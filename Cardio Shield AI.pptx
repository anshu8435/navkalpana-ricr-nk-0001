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0.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50.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22.xml" ContentType="application/vnd.openxmlformats-officedocument.presentationml.slideLayout+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47.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2.xml.rels" ContentType="application/vnd.openxmlformats-package.relationships+xml"/>
  <Override PartName="/ppt/slideLayouts/_rels/slideLayout49.xml.rels" ContentType="application/vnd.openxmlformats-package.relationships+xml"/>
  <Override PartName="/ppt/slideLayouts/_rels/slideLayout4.xml.rels" ContentType="application/vnd.openxmlformats-package.relationships+xml"/>
  <Override PartName="/ppt/slideLayouts/_rels/slideLayout48.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50.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8.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30.xml.rels" ContentType="application/vnd.openxmlformats-package.relationships+xml"/>
  <Override PartName="/ppt/slideLayouts/_rels/slideLayout29.xml.rels" ContentType="application/vnd.openxmlformats-package.relationships+xml"/>
  <Override PartName="/ppt/slideLayouts/_rels/slideLayout26.xml.rels" ContentType="application/vnd.openxmlformats-package.relationships+xml"/>
  <Override PartName="/ppt/slideLayouts/_rels/slideLayout25.xml.rels" ContentType="application/vnd.openxmlformats-package.relationships+xml"/>
  <Override PartName="/ppt/slideLayouts/_rels/slideLayout36.xml.rels" ContentType="application/vnd.openxmlformats-package.relationships+xml"/>
  <Override PartName="/ppt/slideLayouts/_rels/slideLayout24.xml.rels" ContentType="application/vnd.openxmlformats-package.relationships+xml"/>
  <Override PartName="/ppt/slideLayouts/_rels/slideLayout27.xml.rels" ContentType="application/vnd.openxmlformats-package.relationships+xml"/>
  <Override PartName="/ppt/slideLayouts/_rels/slideLayout39.xml.rels" ContentType="application/vnd.openxmlformats-package.relationships+xml"/>
  <Override PartName="/ppt/slideLayouts/_rels/slideLayout41.xml.rels" ContentType="application/vnd.openxmlformats-package.relationships+xml"/>
  <Override PartName="/ppt/slideLayouts/_rels/slideLayout35.xml.rels" ContentType="application/vnd.openxmlformats-package.relationships+xml"/>
  <Override PartName="/ppt/slideLayouts/_rels/slideLayout23.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38.xml.rels" ContentType="application/vnd.openxmlformats-package.relationships+xml"/>
  <Override PartName="/ppt/slideLayouts/_rels/slideLayout40.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33.xml.rels" ContentType="application/vnd.openxmlformats-package.relationships+xml"/>
  <Override PartName="/ppt/slideLayouts/_rels/slideLayout45.xml.rels" ContentType="application/vnd.openxmlformats-package.relationships+xml"/>
  <Override PartName="/ppt/slideLayouts/_rels/slideLayout34.xml.rels" ContentType="application/vnd.openxmlformats-package.relationships+xml"/>
  <Override PartName="/ppt/slideLayouts/_rels/slideLayout1.xml.rels" ContentType="application/vnd.openxmlformats-package.relationships+xml"/>
  <Override PartName="/ppt/slideLayouts/_rels/slideLayout46.xml.rels" ContentType="application/vnd.openxmlformats-package.relationships+xml"/>
  <Override PartName="/ppt/slideLayouts/_rels/slideLayout32.xml.rels" ContentType="application/vnd.openxmlformats-package.relationships+xml"/>
  <Override PartName="/ppt/slideLayouts/_rels/slideLayout31.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39.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26.xml" ContentType="application/vnd.openxmlformats-officedocument.presentationml.slideLayout+xml"/>
  <Override PartName="/ppt/slideLayouts/slideLayout4.xml" ContentType="application/vnd.openxmlformats-officedocument.presentationml.slideLayout+xml"/>
  <Override PartName="/ppt/slideLayouts/slideLayout27.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33.xml" ContentType="application/vnd.openxmlformats-officedocument.presentationml.slideLayout+xml"/>
  <Override PartName="/ppt/slideLayouts/slideLayout9.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2.xml" ContentType="application/vnd.openxmlformats-officedocument.presentationml.slideLayout+xml"/>
  <Override PartName="/ppt/slideLayouts/slideLayout8.xml" ContentType="application/vnd.openxmlformats-officedocument.presentationml.slideLayout+xml"/>
  <Override PartName="/ppt/slideLayouts/slideLayout31.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13.xml" ContentType="application/vnd.openxmlformats-officedocument.presentationml.slideLayout+xml"/>
  <Override PartName="/ppt/slideLayouts/slideLayout7.xml" ContentType="application/vnd.openxmlformats-officedocument.presentationml.slideLayout+xml"/>
  <Override PartName="/ppt/slideLayouts/slideLayout50.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_rels/presentation.xml.rels" ContentType="application/vnd.openxmlformats-package.relationships+xml"/>
  <Override PartName="/ppt/media/image13.png" ContentType="image/png"/>
  <Override PartName="/ppt/media/image4.png" ContentType="image/png"/>
  <Override PartName="/ppt/media/image14.png" ContentType="image/png"/>
  <Override PartName="/ppt/media/image5.png" ContentType="image/png"/>
  <Override PartName="/ppt/media/image15.png" ContentType="image/png"/>
  <Override PartName="/ppt/media/image6.png" ContentType="image/png"/>
  <Override PartName="/ppt/media/image10.png" ContentType="image/png"/>
  <Override PartName="/ppt/media/image1.png" ContentType="image/png"/>
  <Override PartName="/ppt/media/image7.png" ContentType="image/png"/>
  <Override PartName="/ppt/media/image11.png" ContentType="image/png"/>
  <Override PartName="/ppt/media/image2.png" ContentType="image/png"/>
  <Override PartName="/ppt/media/image8.png" ContentType="image/png"/>
  <Override PartName="/ppt/media/image12.png" ContentType="image/png"/>
  <Override PartName="/ppt/media/image3.png" ContentType="image/png"/>
  <Override PartName="/ppt/media/image9.png" ContentType="image/pn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9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50.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2.png"/><Relationship Id="rId7" Type="http://schemas.openxmlformats.org/officeDocument/2006/relationships/image" Target="../media/image5.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5.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2.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5.png"/><Relationship Id="rId9" Type="http://schemas.openxmlformats.org/officeDocument/2006/relationships/image" Target="../media/image8.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image" Target="../media/image3.png"/><Relationship Id="rId8" Type="http://schemas.openxmlformats.org/officeDocument/2006/relationships/image" Target="../media/image7.png"/><Relationship Id="rId9" Type="http://schemas.openxmlformats.org/officeDocument/2006/relationships/image" Target="../media/image5.png"/><Relationship Id="rId10" Type="http://schemas.openxmlformats.org/officeDocument/2006/relationships/image" Target="../media/image5.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5.png"/><Relationship Id="rId9" Type="http://schemas.openxmlformats.org/officeDocument/2006/relationships/image" Target="../media/image8.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5.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7.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5.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5.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7.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7.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7.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5.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5.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5.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7.png"/><Relationship Id="rId12" Type="http://schemas.openxmlformats.org/officeDocument/2006/relationships/image" Target="../media/image6.png"/><Relationship Id="rId13" Type="http://schemas.openxmlformats.org/officeDocument/2006/relationships/image" Target="../media/image8.png"/><Relationship Id="rId14" Type="http://schemas.openxmlformats.org/officeDocument/2006/relationships/image" Target="../media/image5.pn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5.pn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4.pn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pn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3.pn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7.pn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1.png"/>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5.png"/>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9.png"/><Relationship Id="rId8" Type="http://schemas.openxmlformats.org/officeDocument/2006/relationships/image" Target="../media/image5.png"/>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2.png"/><Relationship Id="rId9" Type="http://schemas.openxmlformats.org/officeDocument/2006/relationships/image" Target="../media/image9.png"/><Relationship Id="rId10" Type="http://schemas.openxmlformats.org/officeDocument/2006/relationships/image" Target="../media/image5.png"/>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5.png"/>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9.png"/>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9.png"/>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2.png"/>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5.png"/>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8.png"/>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3.png"/>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reepik.com/" TargetMode="Externa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7.png"/>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5.png"/>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8.png"/><Relationship Id="rId8" Type="http://schemas.openxmlformats.org/officeDocument/2006/relationships/image" Target="../media/image5.png"/>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6.png"/>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3.png"/>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3.png"/>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pic>
        <p:nvPicPr>
          <p:cNvPr id="0" name="Google Shape;9;p2" descr=""/>
          <p:cNvPicPr/>
          <p:nvPr/>
        </p:nvPicPr>
        <p:blipFill>
          <a:blip r:embed="rId2"/>
          <a:stretch/>
        </p:blipFill>
        <p:spPr>
          <a:xfrm>
            <a:off x="5600880" y="2715840"/>
            <a:ext cx="4000320" cy="2295000"/>
          </a:xfrm>
          <a:prstGeom prst="rect">
            <a:avLst/>
          </a:prstGeom>
          <a:noFill/>
          <a:ln w="0">
            <a:noFill/>
          </a:ln>
        </p:spPr>
      </p:pic>
      <p:pic>
        <p:nvPicPr>
          <p:cNvPr id="1" name="Google Shape;10;p2" descr=""/>
          <p:cNvPicPr/>
          <p:nvPr/>
        </p:nvPicPr>
        <p:blipFill>
          <a:blip r:embed="rId3"/>
          <a:stretch/>
        </p:blipFill>
        <p:spPr>
          <a:xfrm>
            <a:off x="1295640" y="185040"/>
            <a:ext cx="3261960" cy="2530440"/>
          </a:xfrm>
          <a:prstGeom prst="rect">
            <a:avLst/>
          </a:prstGeom>
          <a:noFill/>
          <a:ln w="0">
            <a:noFill/>
          </a:ln>
        </p:spPr>
      </p:pic>
      <p:pic>
        <p:nvPicPr>
          <p:cNvPr id="2" name="Google Shape;11;p2" descr=""/>
          <p:cNvPicPr/>
          <p:nvPr/>
        </p:nvPicPr>
        <p:blipFill>
          <a:blip r:embed="rId4"/>
          <a:stretch/>
        </p:blipFill>
        <p:spPr>
          <a:xfrm>
            <a:off x="338040" y="-438120"/>
            <a:ext cx="2409480" cy="2333160"/>
          </a:xfrm>
          <a:prstGeom prst="rect">
            <a:avLst/>
          </a:prstGeom>
          <a:noFill/>
          <a:ln w="0">
            <a:noFill/>
          </a:ln>
        </p:spPr>
      </p:pic>
      <p:pic>
        <p:nvPicPr>
          <p:cNvPr id="3" name="Google Shape;12;p2" descr=""/>
          <p:cNvPicPr/>
          <p:nvPr/>
        </p:nvPicPr>
        <p:blipFill>
          <a:blip r:embed="rId5"/>
          <a:stretch/>
        </p:blipFill>
        <p:spPr>
          <a:xfrm rot="5400000">
            <a:off x="6911280" y="205920"/>
            <a:ext cx="4339440" cy="3111120"/>
          </a:xfrm>
          <a:prstGeom prst="rect">
            <a:avLst/>
          </a:prstGeom>
          <a:noFill/>
          <a:ln w="0">
            <a:noFill/>
          </a:ln>
        </p:spPr>
      </p:pic>
      <p:pic>
        <p:nvPicPr>
          <p:cNvPr id="4" name="Google Shape;13;p2" descr=""/>
          <p:cNvPicPr/>
          <p:nvPr/>
        </p:nvPicPr>
        <p:blipFill>
          <a:blip r:embed="rId6"/>
          <a:stretch/>
        </p:blipFill>
        <p:spPr>
          <a:xfrm rot="5400000">
            <a:off x="942120" y="2746440"/>
            <a:ext cx="1733400" cy="3947040"/>
          </a:xfrm>
          <a:prstGeom prst="rect">
            <a:avLst/>
          </a:prstGeom>
          <a:noFill/>
          <a:ln w="0">
            <a:noFill/>
          </a:ln>
        </p:spPr>
      </p:pic>
      <p:sp>
        <p:nvSpPr>
          <p:cNvPr id="5" name="PlaceHolder 1"/>
          <p:cNvSpPr>
            <a:spLocks noGrp="1"/>
          </p:cNvSpPr>
          <p:nvPr>
            <p:ph type="title"/>
          </p:nvPr>
        </p:nvSpPr>
        <p:spPr>
          <a:xfrm>
            <a:off x="953280" y="1452600"/>
            <a:ext cx="7237080" cy="1813680"/>
          </a:xfrm>
          <a:prstGeom prst="rect">
            <a:avLst/>
          </a:prstGeom>
          <a:noFill/>
          <a:ln w="0">
            <a:noFill/>
          </a:ln>
        </p:spPr>
        <p:txBody>
          <a:bodyPr lIns="91440" rIns="91440" tIns="91440" bIns="91440" anchor="t">
            <a:noAutofit/>
          </a:bodyPr>
          <a:p>
            <a:pPr indent="0">
              <a:buNone/>
            </a:pPr>
            <a:r>
              <a:rPr b="0" lang="fr-FR" sz="5200" strike="noStrike" u="none">
                <a:solidFill>
                  <a:schemeClr val="dk1"/>
                </a:solidFill>
                <a:effectLst/>
                <a:uFillTx/>
                <a:latin typeface="Arial"/>
              </a:rPr>
              <a:t>Click to edit the title text format</a:t>
            </a:r>
            <a:endParaRPr b="0" lang="fr-FR" sz="5200" strike="noStrike" u="none">
              <a:solidFill>
                <a:schemeClr val="dk1"/>
              </a:solidFill>
              <a:effectLst/>
              <a:uFillTx/>
              <a:latin typeface="Arial"/>
            </a:endParaRPr>
          </a:p>
        </p:txBody>
      </p:sp>
      <p:sp>
        <p:nvSpPr>
          <p:cNvPr id="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1763640" y="1623600"/>
            <a:ext cx="5616360" cy="1406520"/>
          </a:xfrm>
          <a:prstGeom prst="rect">
            <a:avLst/>
          </a:prstGeom>
          <a:noFill/>
          <a:ln w="0">
            <a:noFill/>
          </a:ln>
        </p:spPr>
        <p:txBody>
          <a:bodyPr lIns="91440" rIns="91440" tIns="91440" bIns="91440" anchor="t">
            <a:noAutofit/>
          </a:bodyPr>
          <a:p>
            <a:pPr indent="0" algn="ctr">
              <a:lnSpc>
                <a:spcPct val="100000"/>
              </a:lnSpc>
              <a:buNone/>
            </a:pPr>
            <a:r>
              <a:rPr b="0" lang="fr-FR" sz="9600" strike="noStrike" u="none">
                <a:solidFill>
                  <a:schemeClr val="dk1"/>
                </a:solidFill>
                <a:effectLst/>
                <a:uFillTx/>
                <a:latin typeface="DM Serif Display"/>
                <a:ea typeface="DM Serif Display"/>
              </a:rPr>
              <a:t>xx%</a:t>
            </a:r>
            <a:endParaRPr b="0" lang="fr-FR" sz="9600" strike="noStrike" u="none">
              <a:solidFill>
                <a:schemeClr val="dk1"/>
              </a:solidFill>
              <a:effectLst/>
              <a:uFillTx/>
              <a:latin typeface="Arial"/>
            </a:endParaRPr>
          </a:p>
        </p:txBody>
      </p:sp>
      <p:sp>
        <p:nvSpPr>
          <p:cNvPr id="8" name="PlaceHolder 2"/>
          <p:cNvSpPr>
            <a:spLocks noGrp="1"/>
          </p:cNvSpPr>
          <p:nvPr>
            <p:ph type="body"/>
          </p:nvPr>
        </p:nvSpPr>
        <p:spPr>
          <a:xfrm>
            <a:off x="1763640" y="3115080"/>
            <a:ext cx="5616360" cy="4892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600" strike="noStrike" u="none">
                <a:solidFill>
                  <a:srgbClr val="000000"/>
                </a:solidFill>
                <a:effectLst/>
                <a:uFillTx/>
                <a:latin typeface="Arial"/>
              </a:rPr>
              <a:t>Click to edit the outline text format</a:t>
            </a:r>
            <a:endParaRPr b="0" lang="fr-FR" sz="16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600" strike="noStrike" u="none">
                <a:solidFill>
                  <a:srgbClr val="000000"/>
                </a:solidFill>
                <a:effectLst/>
                <a:uFillTx/>
                <a:latin typeface="Arial"/>
              </a:rPr>
              <a:t>Second Outline Level</a:t>
            </a:r>
            <a:endParaRPr b="0" lang="fr-FR" sz="16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600" strike="noStrike" u="none">
                <a:solidFill>
                  <a:srgbClr val="000000"/>
                </a:solidFill>
                <a:effectLst/>
                <a:uFillTx/>
                <a:latin typeface="Arial"/>
              </a:rPr>
              <a:t>Third Outline Level</a:t>
            </a:r>
            <a:endParaRPr b="0" lang="fr-FR" sz="16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600" strike="noStrike" u="none">
                <a:solidFill>
                  <a:srgbClr val="000000"/>
                </a:solidFill>
                <a:effectLst/>
                <a:uFillTx/>
                <a:latin typeface="Arial"/>
              </a:rPr>
              <a:t>Fourth Outline Level</a:t>
            </a:r>
            <a:endParaRPr b="0" lang="fr-FR" sz="16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Fifth Outline Level</a:t>
            </a:r>
            <a:endParaRPr b="0" lang="fr-FR" sz="16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Sixth Outline Level</a:t>
            </a:r>
            <a:endParaRPr b="0" lang="fr-FR" sz="16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Seventh Outline Level</a:t>
            </a:r>
            <a:endParaRPr b="0" lang="fr-FR" sz="1600" strike="noStrike" u="none">
              <a:solidFill>
                <a:srgbClr val="000000"/>
              </a:solidFill>
              <a:effectLst/>
              <a:uFillTx/>
              <a:latin typeface="Arial"/>
            </a:endParaRPr>
          </a:p>
        </p:txBody>
      </p:sp>
      <p:pic>
        <p:nvPicPr>
          <p:cNvPr id="9" name="Google Shape;74;p11" descr=""/>
          <p:cNvPicPr/>
          <p:nvPr/>
        </p:nvPicPr>
        <p:blipFill>
          <a:blip r:embed="rId2"/>
          <a:stretch/>
        </p:blipFill>
        <p:spPr>
          <a:xfrm rot="5400000">
            <a:off x="4921920" y="-318240"/>
            <a:ext cx="1392840" cy="1348920"/>
          </a:xfrm>
          <a:prstGeom prst="rect">
            <a:avLst/>
          </a:prstGeom>
          <a:noFill/>
          <a:ln w="0">
            <a:noFill/>
          </a:ln>
        </p:spPr>
      </p:pic>
      <p:pic>
        <p:nvPicPr>
          <p:cNvPr id="10" name="Google Shape;75;p11" descr=""/>
          <p:cNvPicPr/>
          <p:nvPr/>
        </p:nvPicPr>
        <p:blipFill>
          <a:blip r:embed="rId3"/>
          <a:stretch/>
        </p:blipFill>
        <p:spPr>
          <a:xfrm rot="16200000">
            <a:off x="49320" y="2964600"/>
            <a:ext cx="1840680" cy="1699560"/>
          </a:xfrm>
          <a:prstGeom prst="rect">
            <a:avLst/>
          </a:prstGeom>
          <a:noFill/>
          <a:ln w="0">
            <a:noFill/>
          </a:ln>
        </p:spPr>
      </p:pic>
      <p:pic>
        <p:nvPicPr>
          <p:cNvPr id="11" name="Google Shape;76;p11" descr=""/>
          <p:cNvPicPr/>
          <p:nvPr/>
        </p:nvPicPr>
        <p:blipFill>
          <a:blip r:embed="rId4"/>
          <a:stretch/>
        </p:blipFill>
        <p:spPr>
          <a:xfrm rot="531000">
            <a:off x="7412760" y="1140480"/>
            <a:ext cx="1571760" cy="3813120"/>
          </a:xfrm>
          <a:prstGeom prst="rect">
            <a:avLst/>
          </a:prstGeom>
          <a:noFill/>
          <a:ln w="0">
            <a:noFill/>
          </a:ln>
        </p:spPr>
      </p:pic>
      <p:pic>
        <p:nvPicPr>
          <p:cNvPr id="12" name="Google Shape;77;p11" descr=""/>
          <p:cNvPicPr/>
          <p:nvPr/>
        </p:nvPicPr>
        <p:blipFill>
          <a:blip r:embed="rId5"/>
          <a:stretch/>
        </p:blipFill>
        <p:spPr>
          <a:xfrm flipH="1">
            <a:off x="119880" y="3236400"/>
            <a:ext cx="1571760" cy="2036160"/>
          </a:xfrm>
          <a:prstGeom prst="rect">
            <a:avLst/>
          </a:prstGeom>
          <a:noFill/>
          <a:ln w="0">
            <a:noFill/>
          </a:ln>
        </p:spPr>
      </p:pic>
      <p:pic>
        <p:nvPicPr>
          <p:cNvPr id="13" name="Google Shape;78;p11" descr=""/>
          <p:cNvPicPr/>
          <p:nvPr/>
        </p:nvPicPr>
        <p:blipFill>
          <a:blip r:embed="rId6"/>
          <a:stretch/>
        </p:blipFill>
        <p:spPr>
          <a:xfrm rot="10800000">
            <a:off x="3244320" y="-456840"/>
            <a:ext cx="2372400" cy="1840680"/>
          </a:xfrm>
          <a:prstGeom prst="rect">
            <a:avLst/>
          </a:prstGeom>
          <a:noFill/>
          <a:ln w="0">
            <a:noFill/>
          </a:ln>
        </p:spPr>
      </p:pic>
      <p:pic>
        <p:nvPicPr>
          <p:cNvPr id="14" name="Google Shape;79;p11" descr=""/>
          <p:cNvPicPr/>
          <p:nvPr/>
        </p:nvPicPr>
        <p:blipFill>
          <a:blip r:embed="rId7"/>
          <a:stretch/>
        </p:blipFill>
        <p:spPr>
          <a:xfrm rot="16200000">
            <a:off x="6657120" y="2324520"/>
            <a:ext cx="2001960" cy="4559040"/>
          </a:xfrm>
          <a:prstGeom prst="rect">
            <a:avLst/>
          </a:prstGeom>
          <a:noFill/>
          <a:ln w="0">
            <a:noFill/>
          </a:ln>
        </p:spPr>
      </p:pic>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bg>
      <p:bgPr>
        <a:solidFill>
          <a:schemeClr val="lt1"/>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6" name="PlaceHolder 2"/>
          <p:cNvSpPr>
            <a:spLocks noGrp="1"/>
          </p:cNvSpPr>
          <p:nvPr>
            <p:ph type="title"/>
          </p:nvPr>
        </p:nvSpPr>
        <p:spPr>
          <a:xfrm>
            <a:off x="1002240" y="1180080"/>
            <a:ext cx="1936080" cy="760320"/>
          </a:xfrm>
          <a:prstGeom prst="rect">
            <a:avLst/>
          </a:prstGeom>
          <a:noFill/>
          <a:ln w="0">
            <a:noFill/>
          </a:ln>
        </p:spPr>
        <p:txBody>
          <a:bodyPr lIns="91440" rIns="91440" tIns="91440" bIns="91440" anchor="t">
            <a:noAutofit/>
          </a:bodyPr>
          <a:p>
            <a:pPr indent="0" algn="ctr">
              <a:lnSpc>
                <a:spcPct val="100000"/>
              </a:lnSpc>
              <a:buNone/>
            </a:pPr>
            <a:r>
              <a:rPr b="0" lang="fr-FR" sz="4800" strike="noStrike" u="none">
                <a:solidFill>
                  <a:schemeClr val="dk1"/>
                </a:solidFill>
                <a:effectLst/>
                <a:uFillTx/>
                <a:latin typeface="DM Serif Display"/>
                <a:ea typeface="DM Serif Display"/>
              </a:rPr>
              <a:t>xx%</a:t>
            </a:r>
            <a:endParaRPr b="0" lang="fr-FR" sz="4800" strike="noStrike" u="none">
              <a:solidFill>
                <a:schemeClr val="dk1"/>
              </a:solidFill>
              <a:effectLst/>
              <a:uFillTx/>
              <a:latin typeface="Arial"/>
            </a:endParaRPr>
          </a:p>
        </p:txBody>
      </p:sp>
      <p:sp>
        <p:nvSpPr>
          <p:cNvPr id="17" name="PlaceHolder 3"/>
          <p:cNvSpPr>
            <a:spLocks noGrp="1"/>
          </p:cNvSpPr>
          <p:nvPr>
            <p:ph type="title"/>
          </p:nvPr>
        </p:nvSpPr>
        <p:spPr>
          <a:xfrm>
            <a:off x="713160" y="1825920"/>
            <a:ext cx="2514600" cy="389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8" name="PlaceHolder 4"/>
          <p:cNvSpPr>
            <a:spLocks noGrp="1"/>
          </p:cNvSpPr>
          <p:nvPr>
            <p:ph type="title"/>
          </p:nvPr>
        </p:nvSpPr>
        <p:spPr>
          <a:xfrm>
            <a:off x="3603600" y="1180080"/>
            <a:ext cx="1936080" cy="760320"/>
          </a:xfrm>
          <a:prstGeom prst="rect">
            <a:avLst/>
          </a:prstGeom>
          <a:noFill/>
          <a:ln w="0">
            <a:noFill/>
          </a:ln>
        </p:spPr>
        <p:txBody>
          <a:bodyPr lIns="91440" rIns="91440" tIns="91440" bIns="91440" anchor="t">
            <a:noAutofit/>
          </a:bodyPr>
          <a:p>
            <a:pPr indent="0" algn="ctr">
              <a:lnSpc>
                <a:spcPct val="100000"/>
              </a:lnSpc>
              <a:buNone/>
            </a:pPr>
            <a:r>
              <a:rPr b="0" lang="fr-FR" sz="4800" strike="noStrike" u="none">
                <a:solidFill>
                  <a:schemeClr val="dk1"/>
                </a:solidFill>
                <a:effectLst/>
                <a:uFillTx/>
                <a:latin typeface="DM Serif Display"/>
                <a:ea typeface="DM Serif Display"/>
              </a:rPr>
              <a:t>xx%</a:t>
            </a:r>
            <a:endParaRPr b="0" lang="fr-FR" sz="4800" strike="noStrike" u="none">
              <a:solidFill>
                <a:schemeClr val="dk1"/>
              </a:solidFill>
              <a:effectLst/>
              <a:uFillTx/>
              <a:latin typeface="Arial"/>
            </a:endParaRPr>
          </a:p>
        </p:txBody>
      </p:sp>
      <p:sp>
        <p:nvSpPr>
          <p:cNvPr id="19" name="PlaceHolder 5"/>
          <p:cNvSpPr>
            <a:spLocks noGrp="1"/>
          </p:cNvSpPr>
          <p:nvPr>
            <p:ph type="title"/>
          </p:nvPr>
        </p:nvSpPr>
        <p:spPr>
          <a:xfrm>
            <a:off x="3314520" y="1825920"/>
            <a:ext cx="2514600" cy="389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20" name="PlaceHolder 6"/>
          <p:cNvSpPr>
            <a:spLocks noGrp="1"/>
          </p:cNvSpPr>
          <p:nvPr>
            <p:ph type="title"/>
          </p:nvPr>
        </p:nvSpPr>
        <p:spPr>
          <a:xfrm>
            <a:off x="6204960" y="1180080"/>
            <a:ext cx="1936080" cy="760320"/>
          </a:xfrm>
          <a:prstGeom prst="rect">
            <a:avLst/>
          </a:prstGeom>
          <a:noFill/>
          <a:ln w="0">
            <a:noFill/>
          </a:ln>
        </p:spPr>
        <p:txBody>
          <a:bodyPr lIns="91440" rIns="91440" tIns="91440" bIns="91440" anchor="t">
            <a:noAutofit/>
          </a:bodyPr>
          <a:p>
            <a:pPr indent="0" algn="ctr">
              <a:lnSpc>
                <a:spcPct val="100000"/>
              </a:lnSpc>
              <a:buNone/>
            </a:pPr>
            <a:r>
              <a:rPr b="0" lang="fr-FR" sz="4800" strike="noStrike" u="none">
                <a:solidFill>
                  <a:schemeClr val="dk1"/>
                </a:solidFill>
                <a:effectLst/>
                <a:uFillTx/>
                <a:latin typeface="DM Serif Display"/>
                <a:ea typeface="DM Serif Display"/>
              </a:rPr>
              <a:t>xx%</a:t>
            </a:r>
            <a:endParaRPr b="0" lang="fr-FR" sz="4800" strike="noStrike" u="none">
              <a:solidFill>
                <a:schemeClr val="dk1"/>
              </a:solidFill>
              <a:effectLst/>
              <a:uFillTx/>
              <a:latin typeface="Arial"/>
            </a:endParaRPr>
          </a:p>
        </p:txBody>
      </p:sp>
      <p:sp>
        <p:nvSpPr>
          <p:cNvPr id="21" name="PlaceHolder 7"/>
          <p:cNvSpPr>
            <a:spLocks noGrp="1"/>
          </p:cNvSpPr>
          <p:nvPr>
            <p:ph type="title"/>
          </p:nvPr>
        </p:nvSpPr>
        <p:spPr>
          <a:xfrm>
            <a:off x="5915880" y="1825920"/>
            <a:ext cx="2514600" cy="389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22" name="PlaceHolder 8"/>
          <p:cNvSpPr>
            <a:spLocks noGrp="1"/>
          </p:cNvSpPr>
          <p:nvPr>
            <p:ph type="title"/>
          </p:nvPr>
        </p:nvSpPr>
        <p:spPr>
          <a:xfrm>
            <a:off x="2302920" y="2961360"/>
            <a:ext cx="1936080" cy="760320"/>
          </a:xfrm>
          <a:prstGeom prst="rect">
            <a:avLst/>
          </a:prstGeom>
          <a:noFill/>
          <a:ln w="0">
            <a:noFill/>
          </a:ln>
        </p:spPr>
        <p:txBody>
          <a:bodyPr lIns="91440" rIns="91440" tIns="91440" bIns="91440" anchor="t">
            <a:noAutofit/>
          </a:bodyPr>
          <a:p>
            <a:pPr indent="0" algn="ctr">
              <a:lnSpc>
                <a:spcPct val="100000"/>
              </a:lnSpc>
              <a:buNone/>
            </a:pPr>
            <a:r>
              <a:rPr b="0" lang="fr-FR" sz="4800" strike="noStrike" u="none">
                <a:solidFill>
                  <a:schemeClr val="dk1"/>
                </a:solidFill>
                <a:effectLst/>
                <a:uFillTx/>
                <a:latin typeface="DM Serif Display"/>
                <a:ea typeface="DM Serif Display"/>
              </a:rPr>
              <a:t>xx%</a:t>
            </a:r>
            <a:endParaRPr b="0" lang="fr-FR" sz="4800" strike="noStrike" u="none">
              <a:solidFill>
                <a:schemeClr val="dk1"/>
              </a:solidFill>
              <a:effectLst/>
              <a:uFillTx/>
              <a:latin typeface="Arial"/>
            </a:endParaRPr>
          </a:p>
        </p:txBody>
      </p:sp>
      <p:sp>
        <p:nvSpPr>
          <p:cNvPr id="23" name="PlaceHolder 9"/>
          <p:cNvSpPr>
            <a:spLocks noGrp="1"/>
          </p:cNvSpPr>
          <p:nvPr>
            <p:ph type="title"/>
          </p:nvPr>
        </p:nvSpPr>
        <p:spPr>
          <a:xfrm>
            <a:off x="2013840" y="3611880"/>
            <a:ext cx="2514600" cy="57240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24" name="PlaceHolder 10"/>
          <p:cNvSpPr>
            <a:spLocks noGrp="1"/>
          </p:cNvSpPr>
          <p:nvPr>
            <p:ph type="title"/>
          </p:nvPr>
        </p:nvSpPr>
        <p:spPr>
          <a:xfrm>
            <a:off x="4904280" y="2961360"/>
            <a:ext cx="1936440" cy="760320"/>
          </a:xfrm>
          <a:prstGeom prst="rect">
            <a:avLst/>
          </a:prstGeom>
          <a:noFill/>
          <a:ln w="0">
            <a:noFill/>
          </a:ln>
        </p:spPr>
        <p:txBody>
          <a:bodyPr lIns="91440" rIns="91440" tIns="91440" bIns="91440" anchor="t">
            <a:noAutofit/>
          </a:bodyPr>
          <a:p>
            <a:pPr indent="0" algn="ctr">
              <a:lnSpc>
                <a:spcPct val="100000"/>
              </a:lnSpc>
              <a:buNone/>
            </a:pPr>
            <a:r>
              <a:rPr b="0" lang="fr-FR" sz="4800" strike="noStrike" u="none">
                <a:solidFill>
                  <a:schemeClr val="dk1"/>
                </a:solidFill>
                <a:effectLst/>
                <a:uFillTx/>
                <a:latin typeface="DM Serif Display"/>
                <a:ea typeface="DM Serif Display"/>
              </a:rPr>
              <a:t>xx%</a:t>
            </a:r>
            <a:endParaRPr b="0" lang="fr-FR" sz="4800" strike="noStrike" u="none">
              <a:solidFill>
                <a:schemeClr val="dk1"/>
              </a:solidFill>
              <a:effectLst/>
              <a:uFillTx/>
              <a:latin typeface="Arial"/>
            </a:endParaRPr>
          </a:p>
        </p:txBody>
      </p:sp>
      <p:sp>
        <p:nvSpPr>
          <p:cNvPr id="25" name="PlaceHolder 11"/>
          <p:cNvSpPr>
            <a:spLocks noGrp="1"/>
          </p:cNvSpPr>
          <p:nvPr>
            <p:ph type="title"/>
          </p:nvPr>
        </p:nvSpPr>
        <p:spPr>
          <a:xfrm>
            <a:off x="4615200" y="3611880"/>
            <a:ext cx="2514600" cy="57240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pic>
        <p:nvPicPr>
          <p:cNvPr id="26" name="Google Shape;98;p13" descr=""/>
          <p:cNvPicPr/>
          <p:nvPr/>
        </p:nvPicPr>
        <p:blipFill>
          <a:blip r:embed="rId2"/>
          <a:stretch/>
        </p:blipFill>
        <p:spPr>
          <a:xfrm flipH="1" rot="396000">
            <a:off x="-158040" y="-709560"/>
            <a:ext cx="1571760" cy="3812760"/>
          </a:xfrm>
          <a:prstGeom prst="rect">
            <a:avLst/>
          </a:prstGeom>
          <a:noFill/>
          <a:ln w="0">
            <a:noFill/>
          </a:ln>
        </p:spPr>
      </p:pic>
      <p:pic>
        <p:nvPicPr>
          <p:cNvPr id="27" name="Google Shape;99;p13" descr=""/>
          <p:cNvPicPr/>
          <p:nvPr/>
        </p:nvPicPr>
        <p:blipFill>
          <a:blip r:embed="rId3"/>
          <a:stretch/>
        </p:blipFill>
        <p:spPr>
          <a:xfrm flipH="1">
            <a:off x="-106560" y="3556800"/>
            <a:ext cx="1186920" cy="1537560"/>
          </a:xfrm>
          <a:prstGeom prst="rect">
            <a:avLst/>
          </a:prstGeom>
          <a:noFill/>
          <a:ln w="0">
            <a:noFill/>
          </a:ln>
        </p:spPr>
      </p:pic>
      <p:pic>
        <p:nvPicPr>
          <p:cNvPr id="28" name="Google Shape;100;p13" descr=""/>
          <p:cNvPicPr/>
          <p:nvPr/>
        </p:nvPicPr>
        <p:blipFill>
          <a:blip r:embed="rId4"/>
          <a:stretch/>
        </p:blipFill>
        <p:spPr>
          <a:xfrm rot="399000">
            <a:off x="8224560" y="801000"/>
            <a:ext cx="1889640" cy="4302720"/>
          </a:xfrm>
          <a:prstGeom prst="rect">
            <a:avLst/>
          </a:prstGeom>
          <a:noFill/>
          <a:ln w="0">
            <a:noFill/>
          </a:ln>
        </p:spPr>
      </p:pic>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bg>
      <p:bgPr>
        <a:solidFill>
          <a:schemeClr val="lt1"/>
        </a:solidFill>
      </p:bgPr>
    </p:bg>
    <p:spTree>
      <p:nvGrpSpPr>
        <p:cNvPr id="1" name=""/>
        <p:cNvGrpSpPr/>
        <p:nvPr/>
      </p:nvGrpSpPr>
      <p:grpSpPr>
        <a:xfrm>
          <a:off x="0" y="0"/>
          <a:ext cx="0" cy="0"/>
          <a:chOff x="0" y="0"/>
          <a:chExt cx="0" cy="0"/>
        </a:xfrm>
      </p:grpSpPr>
      <p:pic>
        <p:nvPicPr>
          <p:cNvPr id="29" name="Google Shape;102;p14" descr=""/>
          <p:cNvPicPr/>
          <p:nvPr/>
        </p:nvPicPr>
        <p:blipFill>
          <a:blip r:embed="rId2"/>
          <a:stretch/>
        </p:blipFill>
        <p:spPr>
          <a:xfrm rot="16200000">
            <a:off x="-547920" y="3673440"/>
            <a:ext cx="1840680" cy="1699560"/>
          </a:xfrm>
          <a:prstGeom prst="rect">
            <a:avLst/>
          </a:prstGeom>
          <a:noFill/>
          <a:ln w="0">
            <a:noFill/>
          </a:ln>
        </p:spPr>
      </p:pic>
      <p:pic>
        <p:nvPicPr>
          <p:cNvPr id="30" name="Google Shape;103;p14" descr=""/>
          <p:cNvPicPr/>
          <p:nvPr/>
        </p:nvPicPr>
        <p:blipFill>
          <a:blip r:embed="rId3"/>
          <a:stretch/>
        </p:blipFill>
        <p:spPr>
          <a:xfrm rot="531000">
            <a:off x="7412760" y="1140480"/>
            <a:ext cx="1571760" cy="3813120"/>
          </a:xfrm>
          <a:prstGeom prst="rect">
            <a:avLst/>
          </a:prstGeom>
          <a:noFill/>
          <a:ln w="0">
            <a:noFill/>
          </a:ln>
        </p:spPr>
      </p:pic>
      <p:pic>
        <p:nvPicPr>
          <p:cNvPr id="31" name="Google Shape;104;p14" descr=""/>
          <p:cNvPicPr/>
          <p:nvPr/>
        </p:nvPicPr>
        <p:blipFill>
          <a:blip r:embed="rId4"/>
          <a:stretch/>
        </p:blipFill>
        <p:spPr>
          <a:xfrm flipH="1">
            <a:off x="-477360" y="3945600"/>
            <a:ext cx="1571760" cy="2036160"/>
          </a:xfrm>
          <a:prstGeom prst="rect">
            <a:avLst/>
          </a:prstGeom>
          <a:noFill/>
          <a:ln w="0">
            <a:noFill/>
          </a:ln>
        </p:spPr>
      </p:pic>
      <p:pic>
        <p:nvPicPr>
          <p:cNvPr id="32" name="Google Shape;105;p14" descr=""/>
          <p:cNvPicPr/>
          <p:nvPr/>
        </p:nvPicPr>
        <p:blipFill>
          <a:blip r:embed="rId5"/>
          <a:stretch/>
        </p:blipFill>
        <p:spPr>
          <a:xfrm rot="10800000">
            <a:off x="-680760" y="-949680"/>
            <a:ext cx="2372400" cy="1840680"/>
          </a:xfrm>
          <a:prstGeom prst="rect">
            <a:avLst/>
          </a:prstGeom>
          <a:noFill/>
          <a:ln w="0">
            <a:noFill/>
          </a:ln>
        </p:spPr>
      </p:pic>
      <p:sp>
        <p:nvSpPr>
          <p:cNvPr id="33" name="PlaceHolder 1"/>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34" name="PlaceHolder 2"/>
          <p:cNvSpPr>
            <a:spLocks noGrp="1"/>
          </p:cNvSpPr>
          <p:nvPr>
            <p:ph type="title"/>
          </p:nvPr>
        </p:nvSpPr>
        <p:spPr>
          <a:xfrm>
            <a:off x="1955880" y="1156320"/>
            <a:ext cx="2446920" cy="760320"/>
          </a:xfrm>
          <a:prstGeom prst="rect">
            <a:avLst/>
          </a:prstGeom>
          <a:noFill/>
          <a:ln w="0">
            <a:noFill/>
          </a:ln>
        </p:spPr>
        <p:txBody>
          <a:bodyPr lIns="91440" rIns="91440" tIns="91440" bIns="91440" anchor="t">
            <a:noAutofit/>
          </a:bodyPr>
          <a:p>
            <a:pPr indent="0">
              <a:lnSpc>
                <a:spcPct val="100000"/>
              </a:lnSpc>
              <a:buNone/>
            </a:pPr>
            <a:r>
              <a:rPr b="0" lang="fr-FR" sz="4800" strike="noStrike" u="none">
                <a:solidFill>
                  <a:schemeClr val="dk1"/>
                </a:solidFill>
                <a:effectLst/>
                <a:uFillTx/>
                <a:latin typeface="DM Serif Display"/>
                <a:ea typeface="DM Serif Display"/>
              </a:rPr>
              <a:t>xx%</a:t>
            </a:r>
            <a:endParaRPr b="0" lang="fr-FR" sz="4800" strike="noStrike" u="none">
              <a:solidFill>
                <a:schemeClr val="dk1"/>
              </a:solidFill>
              <a:effectLst/>
              <a:uFillTx/>
              <a:latin typeface="Arial"/>
            </a:endParaRPr>
          </a:p>
        </p:txBody>
      </p:sp>
      <p:sp>
        <p:nvSpPr>
          <p:cNvPr id="35" name="PlaceHolder 3"/>
          <p:cNvSpPr>
            <a:spLocks noGrp="1"/>
          </p:cNvSpPr>
          <p:nvPr>
            <p:ph type="title"/>
          </p:nvPr>
        </p:nvSpPr>
        <p:spPr>
          <a:xfrm>
            <a:off x="1955880" y="1811520"/>
            <a:ext cx="2446920" cy="389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36" name="PlaceHolder 4"/>
          <p:cNvSpPr>
            <a:spLocks noGrp="1"/>
          </p:cNvSpPr>
          <p:nvPr>
            <p:ph type="title"/>
          </p:nvPr>
        </p:nvSpPr>
        <p:spPr>
          <a:xfrm>
            <a:off x="4740840" y="1156320"/>
            <a:ext cx="2446920" cy="760320"/>
          </a:xfrm>
          <a:prstGeom prst="rect">
            <a:avLst/>
          </a:prstGeom>
          <a:noFill/>
          <a:ln w="0">
            <a:noFill/>
          </a:ln>
        </p:spPr>
        <p:txBody>
          <a:bodyPr lIns="91440" rIns="91440" tIns="91440" bIns="91440" anchor="t">
            <a:noAutofit/>
          </a:bodyPr>
          <a:p>
            <a:pPr indent="0">
              <a:lnSpc>
                <a:spcPct val="100000"/>
              </a:lnSpc>
              <a:buNone/>
            </a:pPr>
            <a:r>
              <a:rPr b="0" lang="fr-FR" sz="4800" strike="noStrike" u="none">
                <a:solidFill>
                  <a:schemeClr val="dk1"/>
                </a:solidFill>
                <a:effectLst/>
                <a:uFillTx/>
                <a:latin typeface="DM Serif Display"/>
                <a:ea typeface="DM Serif Display"/>
              </a:rPr>
              <a:t>xx%</a:t>
            </a:r>
            <a:endParaRPr b="0" lang="fr-FR" sz="4800" strike="noStrike" u="none">
              <a:solidFill>
                <a:schemeClr val="dk1"/>
              </a:solidFill>
              <a:effectLst/>
              <a:uFillTx/>
              <a:latin typeface="Arial"/>
            </a:endParaRPr>
          </a:p>
        </p:txBody>
      </p:sp>
      <p:sp>
        <p:nvSpPr>
          <p:cNvPr id="37" name="PlaceHolder 5"/>
          <p:cNvSpPr>
            <a:spLocks noGrp="1"/>
          </p:cNvSpPr>
          <p:nvPr>
            <p:ph type="title"/>
          </p:nvPr>
        </p:nvSpPr>
        <p:spPr>
          <a:xfrm>
            <a:off x="4740840" y="1811520"/>
            <a:ext cx="2446920" cy="389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38" name="PlaceHolder 6"/>
          <p:cNvSpPr>
            <a:spLocks noGrp="1"/>
          </p:cNvSpPr>
          <p:nvPr>
            <p:ph type="title"/>
          </p:nvPr>
        </p:nvSpPr>
        <p:spPr>
          <a:xfrm>
            <a:off x="1955880" y="2932920"/>
            <a:ext cx="2446920" cy="760320"/>
          </a:xfrm>
          <a:prstGeom prst="rect">
            <a:avLst/>
          </a:prstGeom>
          <a:noFill/>
          <a:ln w="0">
            <a:noFill/>
          </a:ln>
        </p:spPr>
        <p:txBody>
          <a:bodyPr lIns="91440" rIns="91440" tIns="91440" bIns="91440" anchor="t">
            <a:noAutofit/>
          </a:bodyPr>
          <a:p>
            <a:pPr indent="0">
              <a:lnSpc>
                <a:spcPct val="100000"/>
              </a:lnSpc>
              <a:buNone/>
            </a:pPr>
            <a:r>
              <a:rPr b="0" lang="fr-FR" sz="4800" strike="noStrike" u="none">
                <a:solidFill>
                  <a:schemeClr val="dk1"/>
                </a:solidFill>
                <a:effectLst/>
                <a:uFillTx/>
                <a:latin typeface="DM Serif Display"/>
                <a:ea typeface="DM Serif Display"/>
              </a:rPr>
              <a:t>xx%</a:t>
            </a:r>
            <a:endParaRPr b="0" lang="fr-FR" sz="4800" strike="noStrike" u="none">
              <a:solidFill>
                <a:schemeClr val="dk1"/>
              </a:solidFill>
              <a:effectLst/>
              <a:uFillTx/>
              <a:latin typeface="Arial"/>
            </a:endParaRPr>
          </a:p>
        </p:txBody>
      </p:sp>
      <p:sp>
        <p:nvSpPr>
          <p:cNvPr id="39" name="PlaceHolder 7"/>
          <p:cNvSpPr>
            <a:spLocks noGrp="1"/>
          </p:cNvSpPr>
          <p:nvPr>
            <p:ph type="title"/>
          </p:nvPr>
        </p:nvSpPr>
        <p:spPr>
          <a:xfrm>
            <a:off x="1955880" y="3588120"/>
            <a:ext cx="2446920" cy="389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40" name="PlaceHolder 8"/>
          <p:cNvSpPr>
            <a:spLocks noGrp="1"/>
          </p:cNvSpPr>
          <p:nvPr>
            <p:ph type="title"/>
          </p:nvPr>
        </p:nvSpPr>
        <p:spPr>
          <a:xfrm>
            <a:off x="4740840" y="2932920"/>
            <a:ext cx="2446920" cy="760320"/>
          </a:xfrm>
          <a:prstGeom prst="rect">
            <a:avLst/>
          </a:prstGeom>
          <a:noFill/>
          <a:ln w="0">
            <a:noFill/>
          </a:ln>
        </p:spPr>
        <p:txBody>
          <a:bodyPr lIns="91440" rIns="91440" tIns="91440" bIns="91440" anchor="t">
            <a:noAutofit/>
          </a:bodyPr>
          <a:p>
            <a:pPr indent="0">
              <a:lnSpc>
                <a:spcPct val="100000"/>
              </a:lnSpc>
              <a:buNone/>
            </a:pPr>
            <a:r>
              <a:rPr b="0" lang="fr-FR" sz="4800" strike="noStrike" u="none">
                <a:solidFill>
                  <a:schemeClr val="dk1"/>
                </a:solidFill>
                <a:effectLst/>
                <a:uFillTx/>
                <a:latin typeface="DM Serif Display"/>
                <a:ea typeface="DM Serif Display"/>
              </a:rPr>
              <a:t>xx%</a:t>
            </a:r>
            <a:endParaRPr b="0" lang="fr-FR" sz="4800" strike="noStrike" u="none">
              <a:solidFill>
                <a:schemeClr val="dk1"/>
              </a:solidFill>
              <a:effectLst/>
              <a:uFillTx/>
              <a:latin typeface="Arial"/>
            </a:endParaRPr>
          </a:p>
        </p:txBody>
      </p:sp>
      <p:sp>
        <p:nvSpPr>
          <p:cNvPr id="41" name="PlaceHolder 9"/>
          <p:cNvSpPr>
            <a:spLocks noGrp="1"/>
          </p:cNvSpPr>
          <p:nvPr>
            <p:ph type="title"/>
          </p:nvPr>
        </p:nvSpPr>
        <p:spPr>
          <a:xfrm>
            <a:off x="4740840" y="3588120"/>
            <a:ext cx="2446920" cy="389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bg>
      <p:bgPr>
        <a:solidFill>
          <a:schemeClr val="lt1"/>
        </a:solidFill>
      </p:bgPr>
    </p:bg>
    <p:spTree>
      <p:nvGrpSpPr>
        <p:cNvPr id="1" name=""/>
        <p:cNvGrpSpPr/>
        <p:nvPr/>
      </p:nvGrpSpPr>
      <p:grpSpPr>
        <a:xfrm>
          <a:off x="0" y="0"/>
          <a:ext cx="0" cy="0"/>
          <a:chOff x="0" y="0"/>
          <a:chExt cx="0" cy="0"/>
        </a:xfrm>
      </p:grpSpPr>
      <p:pic>
        <p:nvPicPr>
          <p:cNvPr id="42" name="Google Shape;120;p15" descr=""/>
          <p:cNvPicPr/>
          <p:nvPr/>
        </p:nvPicPr>
        <p:blipFill>
          <a:blip r:embed="rId2"/>
          <a:stretch/>
        </p:blipFill>
        <p:spPr>
          <a:xfrm rot="20934600">
            <a:off x="3600" y="-621720"/>
            <a:ext cx="1923840" cy="4667040"/>
          </a:xfrm>
          <a:prstGeom prst="rect">
            <a:avLst/>
          </a:prstGeom>
          <a:noFill/>
          <a:ln w="0">
            <a:noFill/>
          </a:ln>
        </p:spPr>
      </p:pic>
      <p:pic>
        <p:nvPicPr>
          <p:cNvPr id="43" name="Google Shape;121;p15" descr=""/>
          <p:cNvPicPr/>
          <p:nvPr/>
        </p:nvPicPr>
        <p:blipFill>
          <a:blip r:embed="rId3"/>
          <a:stretch/>
        </p:blipFill>
        <p:spPr>
          <a:xfrm rot="19960800">
            <a:off x="562680" y="1270080"/>
            <a:ext cx="2001960" cy="4559040"/>
          </a:xfrm>
          <a:prstGeom prst="rect">
            <a:avLst/>
          </a:prstGeom>
          <a:noFill/>
          <a:ln w="0">
            <a:noFill/>
          </a:ln>
        </p:spPr>
      </p:pic>
      <p:pic>
        <p:nvPicPr>
          <p:cNvPr id="44" name="Google Shape;122;p15" descr=""/>
          <p:cNvPicPr/>
          <p:nvPr/>
        </p:nvPicPr>
        <p:blipFill>
          <a:blip r:embed="rId4"/>
          <a:stretch/>
        </p:blipFill>
        <p:spPr>
          <a:xfrm rot="16200000">
            <a:off x="1727640" y="-460440"/>
            <a:ext cx="1840680" cy="1699560"/>
          </a:xfrm>
          <a:prstGeom prst="rect">
            <a:avLst/>
          </a:prstGeom>
          <a:noFill/>
          <a:ln w="0">
            <a:noFill/>
          </a:ln>
        </p:spPr>
      </p:pic>
      <p:pic>
        <p:nvPicPr>
          <p:cNvPr id="45" name="Google Shape;123;p15" descr=""/>
          <p:cNvPicPr/>
          <p:nvPr/>
        </p:nvPicPr>
        <p:blipFill>
          <a:blip r:embed="rId5"/>
          <a:stretch/>
        </p:blipFill>
        <p:spPr>
          <a:xfrm flipH="1">
            <a:off x="2027160" y="-188280"/>
            <a:ext cx="1571760" cy="2036160"/>
          </a:xfrm>
          <a:prstGeom prst="rect">
            <a:avLst/>
          </a:prstGeom>
          <a:noFill/>
          <a:ln w="0">
            <a:noFill/>
          </a:ln>
        </p:spPr>
      </p:pic>
      <p:sp>
        <p:nvSpPr>
          <p:cNvPr id="46" name="PlaceHolder 1"/>
          <p:cNvSpPr>
            <a:spLocks noGrp="1"/>
          </p:cNvSpPr>
          <p:nvPr>
            <p:ph type="title"/>
          </p:nvPr>
        </p:nvSpPr>
        <p:spPr>
          <a:xfrm>
            <a:off x="4654440" y="1442880"/>
            <a:ext cx="3776400" cy="648720"/>
          </a:xfrm>
          <a:prstGeom prst="rect">
            <a:avLst/>
          </a:prstGeom>
          <a:noFill/>
          <a:ln w="0">
            <a:noFill/>
          </a:ln>
        </p:spPr>
        <p:txBody>
          <a:bodyPr lIns="91440" rIns="91440" tIns="91440" bIns="91440" anchor="t">
            <a:noAutofit/>
          </a:bodyPr>
          <a:p>
            <a:pPr indent="0">
              <a:buNone/>
            </a:pPr>
            <a:r>
              <a:rPr b="0" lang="fr-FR" sz="4200" strike="noStrike" u="none">
                <a:solidFill>
                  <a:schemeClr val="dk1"/>
                </a:solidFill>
                <a:effectLst/>
                <a:uFillTx/>
                <a:latin typeface="Arial"/>
              </a:rPr>
              <a:t>Click to edit the title text format</a:t>
            </a:r>
            <a:endParaRPr b="0" lang="fr-FR" sz="4200" strike="noStrike" u="none">
              <a:solidFill>
                <a:schemeClr val="dk1"/>
              </a:solidFill>
              <a:effectLst/>
              <a:uFillTx/>
              <a:latin typeface="Arial"/>
            </a:endParaRPr>
          </a:p>
        </p:txBody>
      </p:sp>
      <p:pic>
        <p:nvPicPr>
          <p:cNvPr id="47" name="Google Shape;126;p15" descr=""/>
          <p:cNvPicPr/>
          <p:nvPr/>
        </p:nvPicPr>
        <p:blipFill>
          <a:blip r:embed="rId6"/>
          <a:stretch/>
        </p:blipFill>
        <p:spPr>
          <a:xfrm rot="7512000">
            <a:off x="1242000" y="4271760"/>
            <a:ext cx="2504160" cy="1436760"/>
          </a:xfrm>
          <a:prstGeom prst="rect">
            <a:avLst/>
          </a:prstGeom>
          <a:noFill/>
          <a:ln w="0">
            <a:noFill/>
          </a:ln>
        </p:spPr>
      </p:pic>
      <p:pic>
        <p:nvPicPr>
          <p:cNvPr id="48" name="Google Shape;127;p15" descr=""/>
          <p:cNvPicPr/>
          <p:nvPr/>
        </p:nvPicPr>
        <p:blipFill>
          <a:blip r:embed="rId7"/>
          <a:stretch/>
        </p:blipFill>
        <p:spPr>
          <a:xfrm rot="4512000">
            <a:off x="2521440" y="2056680"/>
            <a:ext cx="1697040" cy="1643400"/>
          </a:xfrm>
          <a:prstGeom prst="rect">
            <a:avLst/>
          </a:prstGeom>
          <a:noFill/>
          <a:ln w="0">
            <a:noFill/>
          </a:ln>
        </p:spPr>
      </p:pic>
      <p:pic>
        <p:nvPicPr>
          <p:cNvPr id="49" name="Google Shape;128;p15" descr=""/>
          <p:cNvPicPr/>
          <p:nvPr/>
        </p:nvPicPr>
        <p:blipFill>
          <a:blip r:embed="rId8"/>
          <a:stretch/>
        </p:blipFill>
        <p:spPr>
          <a:xfrm rot="19960800">
            <a:off x="1811160" y="-854640"/>
            <a:ext cx="2001960" cy="4559040"/>
          </a:xfrm>
          <a:prstGeom prst="rect">
            <a:avLst/>
          </a:prstGeom>
          <a:noFill/>
          <a:ln w="0">
            <a:noFill/>
          </a:ln>
        </p:spPr>
      </p:pic>
      <p:pic>
        <p:nvPicPr>
          <p:cNvPr id="50" name="Google Shape;129;p15" descr=""/>
          <p:cNvPicPr/>
          <p:nvPr/>
        </p:nvPicPr>
        <p:blipFill>
          <a:blip r:embed="rId9"/>
          <a:stretch/>
        </p:blipFill>
        <p:spPr>
          <a:xfrm flipH="1">
            <a:off x="-694800" y="3552840"/>
            <a:ext cx="1571760" cy="2036160"/>
          </a:xfrm>
          <a:prstGeom prst="rect">
            <a:avLst/>
          </a:prstGeom>
          <a:noFill/>
          <a:ln w="0">
            <a:noFill/>
          </a:ln>
        </p:spPr>
      </p:pic>
      <p:sp>
        <p:nvSpPr>
          <p:cNvPr id="5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2166480" y="1905120"/>
            <a:ext cx="4810680" cy="841320"/>
          </a:xfrm>
          <a:prstGeom prst="rect">
            <a:avLst/>
          </a:prstGeom>
          <a:noFill/>
          <a:ln w="0">
            <a:noFill/>
          </a:ln>
        </p:spPr>
        <p:txBody>
          <a:bodyPr lIns="91440" rIns="91440" tIns="91440" bIns="91440" anchor="t">
            <a:noAutofit/>
          </a:bodyPr>
          <a:p>
            <a:pPr indent="0">
              <a:buNone/>
            </a:pPr>
            <a:r>
              <a:rPr b="0" lang="fr-FR" sz="3600" strike="noStrike" u="none">
                <a:solidFill>
                  <a:schemeClr val="dk1"/>
                </a:solidFill>
                <a:effectLst/>
                <a:uFillTx/>
                <a:latin typeface="Arial"/>
              </a:rPr>
              <a:t>Click to edit the title text format</a:t>
            </a:r>
            <a:endParaRPr b="0" lang="fr-FR" sz="3600" strike="noStrike" u="none">
              <a:solidFill>
                <a:schemeClr val="dk1"/>
              </a:solidFill>
              <a:effectLst/>
              <a:uFillTx/>
              <a:latin typeface="Arial"/>
            </a:endParaRPr>
          </a:p>
        </p:txBody>
      </p:sp>
      <p:sp>
        <p:nvSpPr>
          <p:cNvPr id="53" name="PlaceHolder 2"/>
          <p:cNvSpPr>
            <a:spLocks noGrp="1"/>
          </p:cNvSpPr>
          <p:nvPr>
            <p:ph type="title"/>
          </p:nvPr>
        </p:nvSpPr>
        <p:spPr>
          <a:xfrm>
            <a:off x="713160" y="1618920"/>
            <a:ext cx="1427400" cy="1378080"/>
          </a:xfrm>
          <a:prstGeom prst="rect">
            <a:avLst/>
          </a:prstGeom>
          <a:noFill/>
          <a:ln w="0">
            <a:noFill/>
          </a:ln>
        </p:spPr>
        <p:txBody>
          <a:bodyPr lIns="91440" rIns="91440" tIns="91440" bIns="91440" anchor="t">
            <a:noAutofit/>
          </a:bodyPr>
          <a:p>
            <a:pPr indent="0">
              <a:lnSpc>
                <a:spcPct val="100000"/>
              </a:lnSpc>
              <a:buNone/>
            </a:pPr>
            <a:r>
              <a:rPr b="0" lang="fr-FR" sz="9600" strike="noStrike" u="none">
                <a:solidFill>
                  <a:schemeClr val="dk1"/>
                </a:solidFill>
                <a:effectLst/>
                <a:uFillTx/>
                <a:latin typeface="DM Serif Display"/>
                <a:ea typeface="DM Serif Display"/>
              </a:rPr>
              <a:t>xx%</a:t>
            </a:r>
            <a:endParaRPr b="0" lang="fr-FR" sz="9600" strike="noStrike" u="none">
              <a:solidFill>
                <a:schemeClr val="dk1"/>
              </a:solidFill>
              <a:effectLst/>
              <a:uFillTx/>
              <a:latin typeface="Arial"/>
            </a:endParaRPr>
          </a:p>
        </p:txBody>
      </p:sp>
      <p:pic>
        <p:nvPicPr>
          <p:cNvPr id="54" name="Google Shape;134;p16" descr=""/>
          <p:cNvPicPr/>
          <p:nvPr/>
        </p:nvPicPr>
        <p:blipFill>
          <a:blip r:embed="rId2"/>
          <a:stretch/>
        </p:blipFill>
        <p:spPr>
          <a:xfrm rot="3883200">
            <a:off x="6338880" y="3279240"/>
            <a:ext cx="2568600" cy="1473840"/>
          </a:xfrm>
          <a:prstGeom prst="rect">
            <a:avLst/>
          </a:prstGeom>
          <a:noFill/>
          <a:ln w="0">
            <a:noFill/>
          </a:ln>
        </p:spPr>
      </p:pic>
      <p:pic>
        <p:nvPicPr>
          <p:cNvPr id="55" name="Google Shape;135;p16" descr=""/>
          <p:cNvPicPr/>
          <p:nvPr/>
        </p:nvPicPr>
        <p:blipFill>
          <a:blip r:embed="rId3"/>
          <a:stretch/>
        </p:blipFill>
        <p:spPr>
          <a:xfrm>
            <a:off x="8146440" y="1161720"/>
            <a:ext cx="1840680" cy="1782360"/>
          </a:xfrm>
          <a:prstGeom prst="rect">
            <a:avLst/>
          </a:prstGeom>
          <a:noFill/>
          <a:ln w="0">
            <a:noFill/>
          </a:ln>
        </p:spPr>
      </p:pic>
      <p:pic>
        <p:nvPicPr>
          <p:cNvPr id="56" name="Google Shape;136;p16" descr=""/>
          <p:cNvPicPr/>
          <p:nvPr/>
        </p:nvPicPr>
        <p:blipFill>
          <a:blip r:embed="rId4"/>
          <a:stretch/>
        </p:blipFill>
        <p:spPr>
          <a:xfrm rot="19960800">
            <a:off x="7913880" y="3060720"/>
            <a:ext cx="1733400" cy="3947040"/>
          </a:xfrm>
          <a:prstGeom prst="rect">
            <a:avLst/>
          </a:prstGeom>
          <a:noFill/>
          <a:ln w="0">
            <a:noFill/>
          </a:ln>
        </p:spPr>
      </p:pic>
      <p:pic>
        <p:nvPicPr>
          <p:cNvPr id="57" name="Google Shape;137;p16" descr=""/>
          <p:cNvPicPr/>
          <p:nvPr/>
        </p:nvPicPr>
        <p:blipFill>
          <a:blip r:embed="rId5"/>
          <a:stretch/>
        </p:blipFill>
        <p:spPr>
          <a:xfrm rot="5400000">
            <a:off x="6277320" y="637920"/>
            <a:ext cx="1392840" cy="1348920"/>
          </a:xfrm>
          <a:prstGeom prst="rect">
            <a:avLst/>
          </a:prstGeom>
          <a:noFill/>
          <a:ln w="0">
            <a:noFill/>
          </a:ln>
        </p:spPr>
      </p:pic>
      <p:pic>
        <p:nvPicPr>
          <p:cNvPr id="58" name="Google Shape;138;p16" descr=""/>
          <p:cNvPicPr/>
          <p:nvPr/>
        </p:nvPicPr>
        <p:blipFill>
          <a:blip r:embed="rId6"/>
          <a:stretch/>
        </p:blipFill>
        <p:spPr>
          <a:xfrm rot="7597200">
            <a:off x="4626000" y="-2541240"/>
            <a:ext cx="2386440" cy="4381200"/>
          </a:xfrm>
          <a:prstGeom prst="rect">
            <a:avLst/>
          </a:prstGeom>
          <a:noFill/>
          <a:ln w="0">
            <a:noFill/>
          </a:ln>
        </p:spPr>
      </p:pic>
      <p:pic>
        <p:nvPicPr>
          <p:cNvPr id="59" name="Google Shape;139;p16" descr=""/>
          <p:cNvPicPr/>
          <p:nvPr/>
        </p:nvPicPr>
        <p:blipFill>
          <a:blip r:embed="rId7"/>
          <a:stretch/>
        </p:blipFill>
        <p:spPr>
          <a:xfrm>
            <a:off x="-275760" y="978120"/>
            <a:ext cx="2416320" cy="2340000"/>
          </a:xfrm>
          <a:prstGeom prst="rect">
            <a:avLst/>
          </a:prstGeom>
          <a:noFill/>
          <a:ln w="0">
            <a:noFill/>
          </a:ln>
        </p:spPr>
      </p:pic>
      <p:pic>
        <p:nvPicPr>
          <p:cNvPr id="60" name="Google Shape;140;p16" descr=""/>
          <p:cNvPicPr/>
          <p:nvPr/>
        </p:nvPicPr>
        <p:blipFill>
          <a:blip r:embed="rId8"/>
          <a:stretch/>
        </p:blipFill>
        <p:spPr>
          <a:xfrm rot="17931000">
            <a:off x="930240" y="-1893600"/>
            <a:ext cx="2135880" cy="5181840"/>
          </a:xfrm>
          <a:prstGeom prst="rect">
            <a:avLst/>
          </a:prstGeom>
          <a:noFill/>
          <a:ln w="0">
            <a:noFill/>
          </a:ln>
        </p:spPr>
      </p:pic>
      <p:pic>
        <p:nvPicPr>
          <p:cNvPr id="61" name="Google Shape;141;p16" descr=""/>
          <p:cNvPicPr/>
          <p:nvPr/>
        </p:nvPicPr>
        <p:blipFill>
          <a:blip r:embed="rId9"/>
          <a:stretch/>
        </p:blipFill>
        <p:spPr>
          <a:xfrm rot="16443600">
            <a:off x="2909880" y="-1581840"/>
            <a:ext cx="2001960" cy="4559040"/>
          </a:xfrm>
          <a:prstGeom prst="rect">
            <a:avLst/>
          </a:prstGeom>
          <a:noFill/>
          <a:ln w="0">
            <a:noFill/>
          </a:ln>
        </p:spPr>
      </p:pic>
      <p:pic>
        <p:nvPicPr>
          <p:cNvPr id="62" name="Google Shape;142;p16" descr=""/>
          <p:cNvPicPr/>
          <p:nvPr/>
        </p:nvPicPr>
        <p:blipFill>
          <a:blip r:embed="rId10"/>
          <a:stretch/>
        </p:blipFill>
        <p:spPr>
          <a:xfrm flipH="1" rot="15956400">
            <a:off x="2952720" y="2577960"/>
            <a:ext cx="2001960" cy="4559040"/>
          </a:xfrm>
          <a:prstGeom prst="rect">
            <a:avLst/>
          </a:prstGeom>
          <a:noFill/>
          <a:ln w="0">
            <a:noFill/>
          </a:ln>
        </p:spPr>
      </p:pic>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7">
    <p:bg>
      <p:bgPr>
        <a:solidFill>
          <a:schemeClr val="lt1"/>
        </a:solid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4227120" y="2501280"/>
            <a:ext cx="4203360" cy="841320"/>
          </a:xfrm>
          <a:prstGeom prst="rect">
            <a:avLst/>
          </a:prstGeom>
          <a:noFill/>
          <a:ln w="0">
            <a:noFill/>
          </a:ln>
        </p:spPr>
        <p:txBody>
          <a:bodyPr lIns="91440" rIns="91440" tIns="91440" bIns="91440" anchor="t">
            <a:noAutofit/>
          </a:bodyPr>
          <a:p>
            <a:pPr indent="0">
              <a:buNone/>
            </a:pPr>
            <a:r>
              <a:rPr b="0" lang="fr-FR" sz="3600" strike="noStrike" u="none">
                <a:solidFill>
                  <a:schemeClr val="dk1"/>
                </a:solidFill>
                <a:effectLst/>
                <a:uFillTx/>
                <a:latin typeface="Arial"/>
              </a:rPr>
              <a:t>Click to edit the title text format</a:t>
            </a:r>
            <a:endParaRPr b="0" lang="fr-FR" sz="3600" strike="noStrike" u="none">
              <a:solidFill>
                <a:schemeClr val="dk1"/>
              </a:solidFill>
              <a:effectLst/>
              <a:uFillTx/>
              <a:latin typeface="Arial"/>
            </a:endParaRPr>
          </a:p>
        </p:txBody>
      </p:sp>
      <p:sp>
        <p:nvSpPr>
          <p:cNvPr id="64" name="PlaceHolder 2"/>
          <p:cNvSpPr>
            <a:spLocks noGrp="1"/>
          </p:cNvSpPr>
          <p:nvPr>
            <p:ph type="title"/>
          </p:nvPr>
        </p:nvSpPr>
        <p:spPr>
          <a:xfrm>
            <a:off x="5159880" y="1138680"/>
            <a:ext cx="2337840" cy="1378080"/>
          </a:xfrm>
          <a:prstGeom prst="rect">
            <a:avLst/>
          </a:prstGeom>
          <a:noFill/>
          <a:ln w="0">
            <a:noFill/>
          </a:ln>
        </p:spPr>
        <p:txBody>
          <a:bodyPr lIns="91440" rIns="91440" tIns="91440" bIns="91440" anchor="t">
            <a:noAutofit/>
          </a:bodyPr>
          <a:p>
            <a:pPr indent="0" algn="ctr">
              <a:lnSpc>
                <a:spcPct val="100000"/>
              </a:lnSpc>
              <a:buNone/>
            </a:pPr>
            <a:r>
              <a:rPr b="0" lang="fr-FR" sz="9600" strike="noStrike" u="none">
                <a:solidFill>
                  <a:schemeClr val="dk1"/>
                </a:solidFill>
                <a:effectLst/>
                <a:uFillTx/>
                <a:latin typeface="DM Serif Display"/>
                <a:ea typeface="DM Serif Display"/>
              </a:rPr>
              <a:t>xx%</a:t>
            </a:r>
            <a:endParaRPr b="0" lang="fr-FR" sz="9600" strike="noStrike" u="none">
              <a:solidFill>
                <a:schemeClr val="dk1"/>
              </a:solidFill>
              <a:effectLst/>
              <a:uFillTx/>
              <a:latin typeface="Arial"/>
            </a:endParaRPr>
          </a:p>
        </p:txBody>
      </p:sp>
      <p:pic>
        <p:nvPicPr>
          <p:cNvPr id="65" name="Google Shape;147;p17" descr=""/>
          <p:cNvPicPr/>
          <p:nvPr/>
        </p:nvPicPr>
        <p:blipFill>
          <a:blip r:embed="rId2"/>
          <a:stretch/>
        </p:blipFill>
        <p:spPr>
          <a:xfrm flipH="1" rot="11465400">
            <a:off x="3600" y="1321920"/>
            <a:ext cx="1923840" cy="4667040"/>
          </a:xfrm>
          <a:prstGeom prst="rect">
            <a:avLst/>
          </a:prstGeom>
          <a:noFill/>
          <a:ln w="0">
            <a:noFill/>
          </a:ln>
        </p:spPr>
      </p:pic>
      <p:pic>
        <p:nvPicPr>
          <p:cNvPr id="66" name="Google Shape;148;p17" descr=""/>
          <p:cNvPicPr/>
          <p:nvPr/>
        </p:nvPicPr>
        <p:blipFill>
          <a:blip r:embed="rId3"/>
          <a:stretch/>
        </p:blipFill>
        <p:spPr>
          <a:xfrm flipH="1" rot="12439200">
            <a:off x="563040" y="-461520"/>
            <a:ext cx="2001960" cy="4559040"/>
          </a:xfrm>
          <a:prstGeom prst="rect">
            <a:avLst/>
          </a:prstGeom>
          <a:noFill/>
          <a:ln w="0">
            <a:noFill/>
          </a:ln>
        </p:spPr>
      </p:pic>
      <p:pic>
        <p:nvPicPr>
          <p:cNvPr id="67" name="Google Shape;149;p17" descr=""/>
          <p:cNvPicPr/>
          <p:nvPr/>
        </p:nvPicPr>
        <p:blipFill>
          <a:blip r:embed="rId4"/>
          <a:stretch/>
        </p:blipFill>
        <p:spPr>
          <a:xfrm flipH="1" rot="16200000">
            <a:off x="1727640" y="4128120"/>
            <a:ext cx="1840680" cy="1699560"/>
          </a:xfrm>
          <a:prstGeom prst="rect">
            <a:avLst/>
          </a:prstGeom>
          <a:noFill/>
          <a:ln w="0">
            <a:noFill/>
          </a:ln>
        </p:spPr>
      </p:pic>
      <p:pic>
        <p:nvPicPr>
          <p:cNvPr id="68" name="Google Shape;150;p17" descr=""/>
          <p:cNvPicPr/>
          <p:nvPr/>
        </p:nvPicPr>
        <p:blipFill>
          <a:blip r:embed="rId5"/>
          <a:stretch/>
        </p:blipFill>
        <p:spPr>
          <a:xfrm rot="10800000">
            <a:off x="2027160" y="3519360"/>
            <a:ext cx="1571760" cy="2036160"/>
          </a:xfrm>
          <a:prstGeom prst="rect">
            <a:avLst/>
          </a:prstGeom>
          <a:noFill/>
          <a:ln w="0">
            <a:noFill/>
          </a:ln>
        </p:spPr>
      </p:pic>
      <p:pic>
        <p:nvPicPr>
          <p:cNvPr id="69" name="Google Shape;151;p17" descr=""/>
          <p:cNvPicPr/>
          <p:nvPr/>
        </p:nvPicPr>
        <p:blipFill>
          <a:blip r:embed="rId6"/>
          <a:stretch/>
        </p:blipFill>
        <p:spPr>
          <a:xfrm flipH="1" rot="3288000">
            <a:off x="1242000" y="-340920"/>
            <a:ext cx="2504160" cy="1436760"/>
          </a:xfrm>
          <a:prstGeom prst="rect">
            <a:avLst/>
          </a:prstGeom>
          <a:noFill/>
          <a:ln w="0">
            <a:noFill/>
          </a:ln>
        </p:spPr>
      </p:pic>
      <p:pic>
        <p:nvPicPr>
          <p:cNvPr id="70" name="Google Shape;152;p17" descr=""/>
          <p:cNvPicPr/>
          <p:nvPr/>
        </p:nvPicPr>
        <p:blipFill>
          <a:blip r:embed="rId7"/>
          <a:stretch/>
        </p:blipFill>
        <p:spPr>
          <a:xfrm flipH="1" rot="6288000">
            <a:off x="2521440" y="1666800"/>
            <a:ext cx="1697040" cy="1643400"/>
          </a:xfrm>
          <a:prstGeom prst="rect">
            <a:avLst/>
          </a:prstGeom>
          <a:noFill/>
          <a:ln w="0">
            <a:noFill/>
          </a:ln>
        </p:spPr>
      </p:pic>
      <p:pic>
        <p:nvPicPr>
          <p:cNvPr id="71" name="Google Shape;153;p17" descr=""/>
          <p:cNvPicPr/>
          <p:nvPr/>
        </p:nvPicPr>
        <p:blipFill>
          <a:blip r:embed="rId8"/>
          <a:stretch/>
        </p:blipFill>
        <p:spPr>
          <a:xfrm flipH="1" rot="12439200">
            <a:off x="1811520" y="1663200"/>
            <a:ext cx="2001960" cy="4559040"/>
          </a:xfrm>
          <a:prstGeom prst="rect">
            <a:avLst/>
          </a:prstGeom>
          <a:noFill/>
          <a:ln w="0">
            <a:noFill/>
          </a:ln>
        </p:spPr>
      </p:pic>
      <p:pic>
        <p:nvPicPr>
          <p:cNvPr id="72" name="Google Shape;154;p17" descr=""/>
          <p:cNvPicPr/>
          <p:nvPr/>
        </p:nvPicPr>
        <p:blipFill>
          <a:blip r:embed="rId9"/>
          <a:stretch/>
        </p:blipFill>
        <p:spPr>
          <a:xfrm rot="10800000">
            <a:off x="-694800" y="-221760"/>
            <a:ext cx="1571760" cy="2036160"/>
          </a:xfrm>
          <a:prstGeom prst="rect">
            <a:avLst/>
          </a:prstGeom>
          <a:noFill/>
          <a:ln w="0">
            <a:noFill/>
          </a:ln>
        </p:spPr>
      </p:pic>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
    <p:bg>
      <p:bgPr>
        <a:solidFill>
          <a:schemeClr val="lt1"/>
        </a:solidFill>
      </p:bgPr>
    </p:bg>
    <p:spTree>
      <p:nvGrpSpPr>
        <p:cNvPr id="1" name=""/>
        <p:cNvGrpSpPr/>
        <p:nvPr/>
      </p:nvGrpSpPr>
      <p:grpSpPr>
        <a:xfrm>
          <a:off x="0" y="0"/>
          <a:ext cx="0" cy="0"/>
          <a:chOff x="0" y="0"/>
          <a:chExt cx="0" cy="0"/>
        </a:xfrm>
      </p:grpSpPr>
      <p:sp>
        <p:nvSpPr>
          <p:cNvPr id="73" name="PlaceHolder 1"/>
          <p:cNvSpPr>
            <a:spLocks noGrp="1"/>
          </p:cNvSpPr>
          <p:nvPr>
            <p:ph type="title"/>
          </p:nvPr>
        </p:nvSpPr>
        <p:spPr>
          <a:xfrm>
            <a:off x="713160" y="1950120"/>
            <a:ext cx="2537280" cy="4633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74" name="PlaceHolder 2"/>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75" name="PlaceHolder 3"/>
          <p:cNvSpPr>
            <a:spLocks noGrp="1"/>
          </p:cNvSpPr>
          <p:nvPr>
            <p:ph type="title"/>
          </p:nvPr>
        </p:nvSpPr>
        <p:spPr>
          <a:xfrm>
            <a:off x="5893200" y="2888640"/>
            <a:ext cx="2537280" cy="57240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pic>
        <p:nvPicPr>
          <p:cNvPr id="76" name="Google Shape;161;p18" descr=""/>
          <p:cNvPicPr/>
          <p:nvPr/>
        </p:nvPicPr>
        <p:blipFill>
          <a:blip r:embed="rId2"/>
          <a:stretch/>
        </p:blipFill>
        <p:spPr>
          <a:xfrm rot="5400000">
            <a:off x="7734600" y="980640"/>
            <a:ext cx="1392840" cy="1348920"/>
          </a:xfrm>
          <a:prstGeom prst="rect">
            <a:avLst/>
          </a:prstGeom>
          <a:noFill/>
          <a:ln w="0">
            <a:noFill/>
          </a:ln>
        </p:spPr>
      </p:pic>
      <p:pic>
        <p:nvPicPr>
          <p:cNvPr id="77" name="Google Shape;162;p18" descr=""/>
          <p:cNvPicPr/>
          <p:nvPr/>
        </p:nvPicPr>
        <p:blipFill>
          <a:blip r:embed="rId3"/>
          <a:stretch/>
        </p:blipFill>
        <p:spPr>
          <a:xfrm rot="16200000">
            <a:off x="-1800" y="3754440"/>
            <a:ext cx="1840680" cy="1699560"/>
          </a:xfrm>
          <a:prstGeom prst="rect">
            <a:avLst/>
          </a:prstGeom>
          <a:noFill/>
          <a:ln w="0">
            <a:noFill/>
          </a:ln>
        </p:spPr>
      </p:pic>
      <p:pic>
        <p:nvPicPr>
          <p:cNvPr id="78" name="Google Shape;163;p18" descr=""/>
          <p:cNvPicPr/>
          <p:nvPr/>
        </p:nvPicPr>
        <p:blipFill>
          <a:blip r:embed="rId4"/>
          <a:stretch/>
        </p:blipFill>
        <p:spPr>
          <a:xfrm rot="10800000">
            <a:off x="7558560" y="-472680"/>
            <a:ext cx="2372400" cy="1840680"/>
          </a:xfrm>
          <a:prstGeom prst="rect">
            <a:avLst/>
          </a:prstGeom>
          <a:noFill/>
          <a:ln w="0">
            <a:noFill/>
          </a:ln>
        </p:spPr>
      </p:pic>
      <p:pic>
        <p:nvPicPr>
          <p:cNvPr id="79" name="Google Shape;164;p18" descr=""/>
          <p:cNvPicPr/>
          <p:nvPr/>
        </p:nvPicPr>
        <p:blipFill>
          <a:blip r:embed="rId5"/>
          <a:stretch/>
        </p:blipFill>
        <p:spPr>
          <a:xfrm rot="7597200">
            <a:off x="6083280" y="-2198520"/>
            <a:ext cx="2386440" cy="4381200"/>
          </a:xfrm>
          <a:prstGeom prst="rect">
            <a:avLst/>
          </a:prstGeom>
          <a:noFill/>
          <a:ln w="0">
            <a:noFill/>
          </a:ln>
        </p:spPr>
      </p:pic>
      <p:pic>
        <p:nvPicPr>
          <p:cNvPr id="80" name="Google Shape;165;p18" descr=""/>
          <p:cNvPicPr/>
          <p:nvPr/>
        </p:nvPicPr>
        <p:blipFill>
          <a:blip r:embed="rId6"/>
          <a:stretch/>
        </p:blipFill>
        <p:spPr>
          <a:xfrm rot="10800000">
            <a:off x="-983880" y="704880"/>
            <a:ext cx="1773720" cy="4039200"/>
          </a:xfrm>
          <a:prstGeom prst="rect">
            <a:avLst/>
          </a:prstGeom>
          <a:noFill/>
          <a:ln w="0">
            <a:noFill/>
          </a:ln>
        </p:spPr>
      </p:pic>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0">
    <p:bg>
      <p:bgPr>
        <a:solidFill>
          <a:schemeClr val="lt1"/>
        </a:solidFill>
      </p:bgPr>
    </p:bg>
    <p:spTree>
      <p:nvGrpSpPr>
        <p:cNvPr id="1" name=""/>
        <p:cNvGrpSpPr/>
        <p:nvPr/>
      </p:nvGrpSpPr>
      <p:grpSpPr>
        <a:xfrm>
          <a:off x="0" y="0"/>
          <a:ext cx="0" cy="0"/>
          <a:chOff x="0" y="0"/>
          <a:chExt cx="0" cy="0"/>
        </a:xfrm>
      </p:grpSpPr>
      <p:sp>
        <p:nvSpPr>
          <p:cNvPr id="81" name="PlaceHolder 1"/>
          <p:cNvSpPr>
            <a:spLocks noGrp="1"/>
          </p:cNvSpPr>
          <p:nvPr>
            <p:ph type="title"/>
          </p:nvPr>
        </p:nvSpPr>
        <p:spPr>
          <a:xfrm>
            <a:off x="988560" y="1246680"/>
            <a:ext cx="2169360" cy="4489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82" name="PlaceHolder 2"/>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83" name="PlaceHolder 3"/>
          <p:cNvSpPr>
            <a:spLocks noGrp="1"/>
          </p:cNvSpPr>
          <p:nvPr>
            <p:ph type="title"/>
          </p:nvPr>
        </p:nvSpPr>
        <p:spPr>
          <a:xfrm>
            <a:off x="988560" y="3123360"/>
            <a:ext cx="2169360" cy="4489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84" name="PlaceHolder 4"/>
          <p:cNvSpPr>
            <a:spLocks noGrp="1"/>
          </p:cNvSpPr>
          <p:nvPr>
            <p:ph type="title"/>
          </p:nvPr>
        </p:nvSpPr>
        <p:spPr>
          <a:xfrm>
            <a:off x="3372480" y="1246680"/>
            <a:ext cx="2169360" cy="4489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pic>
        <p:nvPicPr>
          <p:cNvPr id="85" name="Google Shape;174;p19" descr=""/>
          <p:cNvPicPr/>
          <p:nvPr/>
        </p:nvPicPr>
        <p:blipFill>
          <a:blip r:embed="rId2"/>
          <a:stretch/>
        </p:blipFill>
        <p:spPr>
          <a:xfrm rot="3547200">
            <a:off x="-485280" y="-1198800"/>
            <a:ext cx="1796040" cy="4089960"/>
          </a:xfrm>
          <a:prstGeom prst="rect">
            <a:avLst/>
          </a:prstGeom>
          <a:noFill/>
          <a:ln w="0">
            <a:noFill/>
          </a:ln>
        </p:spPr>
      </p:pic>
      <p:pic>
        <p:nvPicPr>
          <p:cNvPr id="86" name="Google Shape;175;p19" descr=""/>
          <p:cNvPicPr/>
          <p:nvPr/>
        </p:nvPicPr>
        <p:blipFill>
          <a:blip r:embed="rId3"/>
          <a:stretch/>
        </p:blipFill>
        <p:spPr>
          <a:xfrm flipH="1" rot="10800000">
            <a:off x="7789680" y="-309600"/>
            <a:ext cx="1571760" cy="2036160"/>
          </a:xfrm>
          <a:prstGeom prst="rect">
            <a:avLst/>
          </a:prstGeom>
          <a:noFill/>
          <a:ln w="0">
            <a:noFill/>
          </a:ln>
        </p:spPr>
      </p:pic>
      <p:sp>
        <p:nvSpPr>
          <p:cNvPr id="87" name="PlaceHolder 5"/>
          <p:cNvSpPr>
            <a:spLocks noGrp="1"/>
          </p:cNvSpPr>
          <p:nvPr>
            <p:ph type="title"/>
          </p:nvPr>
        </p:nvSpPr>
        <p:spPr>
          <a:xfrm>
            <a:off x="3373560" y="3139560"/>
            <a:ext cx="2169360" cy="4489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pic>
        <p:nvPicPr>
          <p:cNvPr id="88" name="Google Shape;178;p19" descr=""/>
          <p:cNvPicPr/>
          <p:nvPr/>
        </p:nvPicPr>
        <p:blipFill>
          <a:blip r:embed="rId4"/>
          <a:stretch/>
        </p:blipFill>
        <p:spPr>
          <a:xfrm rot="15419400">
            <a:off x="5385600" y="2105640"/>
            <a:ext cx="2059200" cy="4995360"/>
          </a:xfrm>
          <a:prstGeom prst="rect">
            <a:avLst/>
          </a:prstGeom>
          <a:noFill/>
          <a:ln w="0">
            <a:noFill/>
          </a:ln>
        </p:spPr>
      </p:pic>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sp>
        <p:nvSpPr>
          <p:cNvPr id="89" name="PlaceHolder 1"/>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pic>
        <p:nvPicPr>
          <p:cNvPr id="90" name="Google Shape;183;p20" descr=""/>
          <p:cNvPicPr/>
          <p:nvPr/>
        </p:nvPicPr>
        <p:blipFill>
          <a:blip r:embed="rId2"/>
          <a:stretch/>
        </p:blipFill>
        <p:spPr>
          <a:xfrm rot="10800000">
            <a:off x="-698400" y="376200"/>
            <a:ext cx="1812600" cy="1406160"/>
          </a:xfrm>
          <a:prstGeom prst="rect">
            <a:avLst/>
          </a:prstGeom>
          <a:noFill/>
          <a:ln w="0">
            <a:noFill/>
          </a:ln>
        </p:spPr>
      </p:pic>
      <p:pic>
        <p:nvPicPr>
          <p:cNvPr id="91" name="Google Shape;184;p20" descr=""/>
          <p:cNvPicPr/>
          <p:nvPr/>
        </p:nvPicPr>
        <p:blipFill>
          <a:blip r:embed="rId3"/>
          <a:stretch/>
        </p:blipFill>
        <p:spPr>
          <a:xfrm flipH="1" rot="10800000">
            <a:off x="8093520" y="70560"/>
            <a:ext cx="1209240" cy="1566720"/>
          </a:xfrm>
          <a:prstGeom prst="rect">
            <a:avLst/>
          </a:prstGeom>
          <a:noFill/>
          <a:ln w="0">
            <a:noFill/>
          </a:ln>
        </p:spPr>
      </p:pic>
      <p:pic>
        <p:nvPicPr>
          <p:cNvPr id="92" name="Google Shape;185;p20" descr=""/>
          <p:cNvPicPr/>
          <p:nvPr/>
        </p:nvPicPr>
        <p:blipFill>
          <a:blip r:embed="rId4"/>
          <a:stretch/>
        </p:blipFill>
        <p:spPr>
          <a:xfrm rot="5400000">
            <a:off x="2890080" y="3276720"/>
            <a:ext cx="1271520" cy="3084480"/>
          </a:xfrm>
          <a:prstGeom prst="rect">
            <a:avLst/>
          </a:prstGeom>
          <a:noFill/>
          <a:ln w="0">
            <a:noFill/>
          </a:ln>
        </p:spPr>
      </p:pic>
      <p:pic>
        <p:nvPicPr>
          <p:cNvPr id="93" name="Google Shape;186;p20" descr=""/>
          <p:cNvPicPr/>
          <p:nvPr/>
        </p:nvPicPr>
        <p:blipFill>
          <a:blip r:embed="rId5"/>
          <a:stretch/>
        </p:blipFill>
        <p:spPr>
          <a:xfrm rot="16200000">
            <a:off x="4467240" y="3044520"/>
            <a:ext cx="2001960" cy="4559040"/>
          </a:xfrm>
          <a:prstGeom prst="rect">
            <a:avLst/>
          </a:prstGeom>
          <a:noFill/>
          <a:ln w="0">
            <a:noFill/>
          </a:ln>
        </p:spPr>
      </p:pic>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2166480" y="2409840"/>
            <a:ext cx="4810680" cy="841320"/>
          </a:xfrm>
          <a:prstGeom prst="rect">
            <a:avLst/>
          </a:prstGeom>
          <a:noFill/>
          <a:ln w="0">
            <a:noFill/>
          </a:ln>
        </p:spPr>
        <p:txBody>
          <a:bodyPr lIns="91440" rIns="91440" tIns="91440" bIns="91440" anchor="t">
            <a:noAutofit/>
          </a:bodyPr>
          <a:p>
            <a:pPr indent="0">
              <a:buNone/>
            </a:pPr>
            <a:r>
              <a:rPr b="0" lang="fr-FR" sz="3600" strike="noStrike" u="none">
                <a:solidFill>
                  <a:schemeClr val="dk1"/>
                </a:solidFill>
                <a:effectLst/>
                <a:uFillTx/>
                <a:latin typeface="Arial"/>
              </a:rPr>
              <a:t>Click to edit the title text format</a:t>
            </a:r>
            <a:endParaRPr b="0" lang="fr-FR" sz="3600" strike="noStrike" u="none">
              <a:solidFill>
                <a:schemeClr val="dk1"/>
              </a:solidFill>
              <a:effectLst/>
              <a:uFillTx/>
              <a:latin typeface="Arial"/>
            </a:endParaRPr>
          </a:p>
        </p:txBody>
      </p:sp>
      <p:sp>
        <p:nvSpPr>
          <p:cNvPr id="95" name="PlaceHolder 2"/>
          <p:cNvSpPr>
            <a:spLocks noGrp="1"/>
          </p:cNvSpPr>
          <p:nvPr>
            <p:ph type="title"/>
          </p:nvPr>
        </p:nvSpPr>
        <p:spPr>
          <a:xfrm>
            <a:off x="3334680" y="1047240"/>
            <a:ext cx="2473920" cy="1378080"/>
          </a:xfrm>
          <a:prstGeom prst="rect">
            <a:avLst/>
          </a:prstGeom>
          <a:noFill/>
          <a:ln w="0">
            <a:noFill/>
          </a:ln>
        </p:spPr>
        <p:txBody>
          <a:bodyPr lIns="91440" rIns="91440" tIns="91440" bIns="91440" anchor="t">
            <a:noAutofit/>
          </a:bodyPr>
          <a:p>
            <a:pPr indent="0" algn="ctr">
              <a:lnSpc>
                <a:spcPct val="100000"/>
              </a:lnSpc>
              <a:buNone/>
            </a:pPr>
            <a:r>
              <a:rPr b="0" lang="fr-FR" sz="9600" strike="noStrike" u="none">
                <a:solidFill>
                  <a:schemeClr val="dk1"/>
                </a:solidFill>
                <a:effectLst/>
                <a:uFillTx/>
                <a:latin typeface="DM Serif Display"/>
                <a:ea typeface="DM Serif Display"/>
              </a:rPr>
              <a:t>xx%</a:t>
            </a:r>
            <a:endParaRPr b="0" lang="fr-FR" sz="9600" strike="noStrike" u="none">
              <a:solidFill>
                <a:schemeClr val="dk1"/>
              </a:solidFill>
              <a:effectLst/>
              <a:uFillTx/>
              <a:latin typeface="Arial"/>
            </a:endParaRPr>
          </a:p>
        </p:txBody>
      </p:sp>
      <p:pic>
        <p:nvPicPr>
          <p:cNvPr id="96" name="Google Shape;20;p3" descr=""/>
          <p:cNvPicPr/>
          <p:nvPr/>
        </p:nvPicPr>
        <p:blipFill>
          <a:blip r:embed="rId2"/>
          <a:stretch/>
        </p:blipFill>
        <p:spPr>
          <a:xfrm rot="3883200">
            <a:off x="-397800" y="1661400"/>
            <a:ext cx="2568600" cy="1473840"/>
          </a:xfrm>
          <a:prstGeom prst="rect">
            <a:avLst/>
          </a:prstGeom>
          <a:noFill/>
          <a:ln w="0">
            <a:noFill/>
          </a:ln>
        </p:spPr>
      </p:pic>
      <p:pic>
        <p:nvPicPr>
          <p:cNvPr id="97" name="Google Shape;21;p3" descr=""/>
          <p:cNvPicPr/>
          <p:nvPr/>
        </p:nvPicPr>
        <p:blipFill>
          <a:blip r:embed="rId3"/>
          <a:stretch/>
        </p:blipFill>
        <p:spPr>
          <a:xfrm>
            <a:off x="440280" y="163800"/>
            <a:ext cx="1840680" cy="1782360"/>
          </a:xfrm>
          <a:prstGeom prst="rect">
            <a:avLst/>
          </a:prstGeom>
          <a:noFill/>
          <a:ln w="0">
            <a:noFill/>
          </a:ln>
        </p:spPr>
      </p:pic>
      <p:pic>
        <p:nvPicPr>
          <p:cNvPr id="98" name="Google Shape;22;p3" descr=""/>
          <p:cNvPicPr/>
          <p:nvPr/>
        </p:nvPicPr>
        <p:blipFill>
          <a:blip r:embed="rId4"/>
          <a:stretch/>
        </p:blipFill>
        <p:spPr>
          <a:xfrm rot="19960800">
            <a:off x="941400" y="2746440"/>
            <a:ext cx="1733400" cy="3947040"/>
          </a:xfrm>
          <a:prstGeom prst="rect">
            <a:avLst/>
          </a:prstGeom>
          <a:noFill/>
          <a:ln w="0">
            <a:noFill/>
          </a:ln>
        </p:spPr>
      </p:pic>
      <p:pic>
        <p:nvPicPr>
          <p:cNvPr id="99" name="Google Shape;23;p3" descr=""/>
          <p:cNvPicPr/>
          <p:nvPr/>
        </p:nvPicPr>
        <p:blipFill>
          <a:blip r:embed="rId5"/>
          <a:stretch/>
        </p:blipFill>
        <p:spPr>
          <a:xfrm>
            <a:off x="7081560" y="3219480"/>
            <a:ext cx="1840680" cy="1699560"/>
          </a:xfrm>
          <a:prstGeom prst="rect">
            <a:avLst/>
          </a:prstGeom>
          <a:noFill/>
          <a:ln w="0">
            <a:noFill/>
          </a:ln>
        </p:spPr>
      </p:pic>
      <p:pic>
        <p:nvPicPr>
          <p:cNvPr id="100" name="Google Shape;24;p3" descr=""/>
          <p:cNvPicPr/>
          <p:nvPr/>
        </p:nvPicPr>
        <p:blipFill>
          <a:blip r:embed="rId6"/>
          <a:stretch/>
        </p:blipFill>
        <p:spPr>
          <a:xfrm>
            <a:off x="7304040" y="609840"/>
            <a:ext cx="2386440" cy="4381200"/>
          </a:xfrm>
          <a:prstGeom prst="rect">
            <a:avLst/>
          </a:prstGeom>
          <a:noFill/>
          <a:ln w="0">
            <a:noFill/>
          </a:ln>
        </p:spPr>
      </p:pic>
      <p:pic>
        <p:nvPicPr>
          <p:cNvPr id="101" name="Google Shape;25;p3" descr=""/>
          <p:cNvPicPr/>
          <p:nvPr/>
        </p:nvPicPr>
        <p:blipFill>
          <a:blip r:embed="rId7"/>
          <a:stretch/>
        </p:blipFill>
        <p:spPr>
          <a:xfrm rot="19960800">
            <a:off x="6379560" y="-1850760"/>
            <a:ext cx="1733400" cy="3947040"/>
          </a:xfrm>
          <a:prstGeom prst="rect">
            <a:avLst/>
          </a:prstGeom>
          <a:noFill/>
          <a:ln w="0">
            <a:noFill/>
          </a:ln>
        </p:spPr>
      </p:pic>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1">
    <p:bg>
      <p:bgPr>
        <a:solidFill>
          <a:schemeClr val="lt1"/>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pic>
        <p:nvPicPr>
          <p:cNvPr id="103" name="Google Shape;190;p21" descr=""/>
          <p:cNvPicPr/>
          <p:nvPr/>
        </p:nvPicPr>
        <p:blipFill>
          <a:blip r:embed="rId2"/>
          <a:stretch/>
        </p:blipFill>
        <p:spPr>
          <a:xfrm rot="3547200">
            <a:off x="-485280" y="-893880"/>
            <a:ext cx="1796040" cy="4089960"/>
          </a:xfrm>
          <a:prstGeom prst="rect">
            <a:avLst/>
          </a:prstGeom>
          <a:noFill/>
          <a:ln w="0">
            <a:noFill/>
          </a:ln>
        </p:spPr>
      </p:pic>
      <p:pic>
        <p:nvPicPr>
          <p:cNvPr id="104" name="Google Shape;191;p21" descr=""/>
          <p:cNvPicPr/>
          <p:nvPr/>
        </p:nvPicPr>
        <p:blipFill>
          <a:blip r:embed="rId3"/>
          <a:stretch/>
        </p:blipFill>
        <p:spPr>
          <a:xfrm flipH="1" rot="10800000">
            <a:off x="7789680" y="-309600"/>
            <a:ext cx="1571760" cy="2036160"/>
          </a:xfrm>
          <a:prstGeom prst="rect">
            <a:avLst/>
          </a:prstGeom>
          <a:noFill/>
          <a:ln w="0">
            <a:noFill/>
          </a:ln>
        </p:spPr>
      </p:pic>
      <p:pic>
        <p:nvPicPr>
          <p:cNvPr id="105" name="Google Shape;192;p21" descr=""/>
          <p:cNvPicPr/>
          <p:nvPr/>
        </p:nvPicPr>
        <p:blipFill>
          <a:blip r:embed="rId4"/>
          <a:stretch/>
        </p:blipFill>
        <p:spPr>
          <a:xfrm rot="16200000">
            <a:off x="2031120" y="3095640"/>
            <a:ext cx="1724040" cy="4182480"/>
          </a:xfrm>
          <a:prstGeom prst="rect">
            <a:avLst/>
          </a:prstGeom>
          <a:noFill/>
          <a:ln w="0">
            <a:noFill/>
          </a:ln>
        </p:spPr>
      </p:pic>
      <p:sp>
        <p:nvSpPr>
          <p:cNvPr id="10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9">
    <p:bg>
      <p:bgPr>
        <a:solidFill>
          <a:schemeClr val="lt1"/>
        </a:solidFill>
      </p:bgPr>
    </p:bg>
    <p:spTree>
      <p:nvGrpSpPr>
        <p:cNvPr id="1" name=""/>
        <p:cNvGrpSpPr/>
        <p:nvPr/>
      </p:nvGrpSpPr>
      <p:grpSpPr>
        <a:xfrm>
          <a:off x="0" y="0"/>
          <a:ext cx="0" cy="0"/>
          <a:chOff x="0" y="0"/>
          <a:chExt cx="0" cy="0"/>
        </a:xfrm>
      </p:grpSpPr>
      <p:sp>
        <p:nvSpPr>
          <p:cNvPr id="107" name="PlaceHolder 1"/>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pic>
        <p:nvPicPr>
          <p:cNvPr id="108" name="Google Shape;196;p22" descr=""/>
          <p:cNvPicPr/>
          <p:nvPr/>
        </p:nvPicPr>
        <p:blipFill>
          <a:blip r:embed="rId2"/>
          <a:stretch/>
        </p:blipFill>
        <p:spPr>
          <a:xfrm flipH="1" rot="18052800">
            <a:off x="7847280" y="-893520"/>
            <a:ext cx="1796040" cy="4089960"/>
          </a:xfrm>
          <a:prstGeom prst="rect">
            <a:avLst/>
          </a:prstGeom>
          <a:noFill/>
          <a:ln w="0">
            <a:noFill/>
          </a:ln>
        </p:spPr>
      </p:pic>
      <p:pic>
        <p:nvPicPr>
          <p:cNvPr id="109" name="Google Shape;197;p22" descr=""/>
          <p:cNvPicPr/>
          <p:nvPr/>
        </p:nvPicPr>
        <p:blipFill>
          <a:blip r:embed="rId3"/>
          <a:stretch/>
        </p:blipFill>
        <p:spPr>
          <a:xfrm rot="10800000">
            <a:off x="-203040" y="-309600"/>
            <a:ext cx="1571760" cy="2036160"/>
          </a:xfrm>
          <a:prstGeom prst="rect">
            <a:avLst/>
          </a:prstGeom>
          <a:noFill/>
          <a:ln w="0">
            <a:noFill/>
          </a:ln>
        </p:spPr>
      </p:pic>
      <p:pic>
        <p:nvPicPr>
          <p:cNvPr id="110" name="Google Shape;198;p22" descr=""/>
          <p:cNvPicPr/>
          <p:nvPr/>
        </p:nvPicPr>
        <p:blipFill>
          <a:blip r:embed="rId4"/>
          <a:stretch/>
        </p:blipFill>
        <p:spPr>
          <a:xfrm rot="16200000">
            <a:off x="5649840" y="3034800"/>
            <a:ext cx="1724040" cy="4182480"/>
          </a:xfrm>
          <a:prstGeom prst="rect">
            <a:avLst/>
          </a:prstGeom>
          <a:noFill/>
          <a:ln w="0">
            <a:noFill/>
          </a:ln>
        </p:spPr>
      </p:pic>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
    <p:bg>
      <p:bgPr>
        <a:solidFill>
          <a:schemeClr val="lt1"/>
        </a:solidFill>
      </p:bgPr>
    </p:bg>
    <p:spTree>
      <p:nvGrpSpPr>
        <p:cNvPr id="1" name=""/>
        <p:cNvGrpSpPr/>
        <p:nvPr/>
      </p:nvGrpSpPr>
      <p:grpSpPr>
        <a:xfrm>
          <a:off x="0" y="0"/>
          <a:ext cx="0" cy="0"/>
          <a:chOff x="0" y="0"/>
          <a:chExt cx="0" cy="0"/>
        </a:xfrm>
      </p:grpSpPr>
      <p:sp>
        <p:nvSpPr>
          <p:cNvPr id="111" name="PlaceHolder 1"/>
          <p:cNvSpPr>
            <a:spLocks noGrp="1"/>
          </p:cNvSpPr>
          <p:nvPr>
            <p:ph type="title"/>
          </p:nvPr>
        </p:nvSpPr>
        <p:spPr>
          <a:xfrm>
            <a:off x="909360" y="2363400"/>
            <a:ext cx="2169360" cy="4489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12" name="PlaceHolder 2"/>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13" name="PlaceHolder 3"/>
          <p:cNvSpPr>
            <a:spLocks noGrp="1"/>
          </p:cNvSpPr>
          <p:nvPr>
            <p:ph type="title"/>
          </p:nvPr>
        </p:nvSpPr>
        <p:spPr>
          <a:xfrm>
            <a:off x="3486960" y="2363400"/>
            <a:ext cx="2169360" cy="4489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14" name="PlaceHolder 4"/>
          <p:cNvSpPr>
            <a:spLocks noGrp="1"/>
          </p:cNvSpPr>
          <p:nvPr>
            <p:ph type="title"/>
          </p:nvPr>
        </p:nvSpPr>
        <p:spPr>
          <a:xfrm>
            <a:off x="6064920" y="2363400"/>
            <a:ext cx="2169360" cy="4489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pic>
        <p:nvPicPr>
          <p:cNvPr id="115" name="Google Shape;207;p23" descr=""/>
          <p:cNvPicPr/>
          <p:nvPr/>
        </p:nvPicPr>
        <p:blipFill>
          <a:blip r:embed="rId2"/>
          <a:stretch/>
        </p:blipFill>
        <p:spPr>
          <a:xfrm rot="3547200">
            <a:off x="-485280" y="-893880"/>
            <a:ext cx="1796040" cy="4089960"/>
          </a:xfrm>
          <a:prstGeom prst="rect">
            <a:avLst/>
          </a:prstGeom>
          <a:noFill/>
          <a:ln w="0">
            <a:noFill/>
          </a:ln>
        </p:spPr>
      </p:pic>
      <p:pic>
        <p:nvPicPr>
          <p:cNvPr id="116" name="Google Shape;208;p23" descr=""/>
          <p:cNvPicPr/>
          <p:nvPr/>
        </p:nvPicPr>
        <p:blipFill>
          <a:blip r:embed="rId3"/>
          <a:stretch/>
        </p:blipFill>
        <p:spPr>
          <a:xfrm flipH="1" rot="10800000">
            <a:off x="7789680" y="-309600"/>
            <a:ext cx="1571760" cy="2036160"/>
          </a:xfrm>
          <a:prstGeom prst="rect">
            <a:avLst/>
          </a:prstGeom>
          <a:noFill/>
          <a:ln w="0">
            <a:noFill/>
          </a:ln>
        </p:spPr>
      </p:pic>
      <p:pic>
        <p:nvPicPr>
          <p:cNvPr id="117" name="Google Shape;209;p23" descr=""/>
          <p:cNvPicPr/>
          <p:nvPr/>
        </p:nvPicPr>
        <p:blipFill>
          <a:blip r:embed="rId4"/>
          <a:stretch/>
        </p:blipFill>
        <p:spPr>
          <a:xfrm rot="16200000">
            <a:off x="2031120" y="3095640"/>
            <a:ext cx="1724040" cy="4182480"/>
          </a:xfrm>
          <a:prstGeom prst="rect">
            <a:avLst/>
          </a:prstGeom>
          <a:noFill/>
          <a:ln w="0">
            <a:noFill/>
          </a:ln>
        </p:spPr>
      </p:pic>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8">
    <p:bg>
      <p:bgPr>
        <a:solidFill>
          <a:schemeClr val="lt1"/>
        </a:solidFill>
      </p:bgPr>
    </p:bg>
    <p:spTree>
      <p:nvGrpSpPr>
        <p:cNvPr id="1" name=""/>
        <p:cNvGrpSpPr/>
        <p:nvPr/>
      </p:nvGrpSpPr>
      <p:grpSpPr>
        <a:xfrm>
          <a:off x="0" y="0"/>
          <a:ext cx="0" cy="0"/>
          <a:chOff x="0" y="0"/>
          <a:chExt cx="0" cy="0"/>
        </a:xfrm>
      </p:grpSpPr>
      <p:sp>
        <p:nvSpPr>
          <p:cNvPr id="118" name="PlaceHolder 1"/>
          <p:cNvSpPr>
            <a:spLocks noGrp="1"/>
          </p:cNvSpPr>
          <p:nvPr>
            <p:ph type="title"/>
          </p:nvPr>
        </p:nvSpPr>
        <p:spPr>
          <a:xfrm>
            <a:off x="2198520" y="2233800"/>
            <a:ext cx="2169360" cy="4489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19" name="PlaceHolder 2"/>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20" name="PlaceHolder 3"/>
          <p:cNvSpPr>
            <a:spLocks noGrp="1"/>
          </p:cNvSpPr>
          <p:nvPr>
            <p:ph type="title"/>
          </p:nvPr>
        </p:nvSpPr>
        <p:spPr>
          <a:xfrm>
            <a:off x="4776120" y="2233800"/>
            <a:ext cx="2169360" cy="4489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pic>
        <p:nvPicPr>
          <p:cNvPr id="121" name="Google Shape;216;p24" descr=""/>
          <p:cNvPicPr/>
          <p:nvPr/>
        </p:nvPicPr>
        <p:blipFill>
          <a:blip r:embed="rId2"/>
          <a:stretch/>
        </p:blipFill>
        <p:spPr>
          <a:xfrm rot="3547200">
            <a:off x="-485280" y="-893880"/>
            <a:ext cx="1796040" cy="4089960"/>
          </a:xfrm>
          <a:prstGeom prst="rect">
            <a:avLst/>
          </a:prstGeom>
          <a:noFill/>
          <a:ln w="0">
            <a:noFill/>
          </a:ln>
        </p:spPr>
      </p:pic>
      <p:pic>
        <p:nvPicPr>
          <p:cNvPr id="122" name="Google Shape;217;p24" descr=""/>
          <p:cNvPicPr/>
          <p:nvPr/>
        </p:nvPicPr>
        <p:blipFill>
          <a:blip r:embed="rId3"/>
          <a:stretch/>
        </p:blipFill>
        <p:spPr>
          <a:xfrm rot="5400000">
            <a:off x="3366000" y="4494600"/>
            <a:ext cx="1392840" cy="1348920"/>
          </a:xfrm>
          <a:prstGeom prst="rect">
            <a:avLst/>
          </a:prstGeom>
          <a:noFill/>
          <a:ln w="0">
            <a:noFill/>
          </a:ln>
        </p:spPr>
      </p:pic>
      <p:pic>
        <p:nvPicPr>
          <p:cNvPr id="123" name="Google Shape;218;p24" descr=""/>
          <p:cNvPicPr/>
          <p:nvPr/>
        </p:nvPicPr>
        <p:blipFill>
          <a:blip r:embed="rId4"/>
          <a:stretch/>
        </p:blipFill>
        <p:spPr>
          <a:xfrm rot="16200000">
            <a:off x="7742880" y="3134520"/>
            <a:ext cx="1658520" cy="1531800"/>
          </a:xfrm>
          <a:prstGeom prst="rect">
            <a:avLst/>
          </a:prstGeom>
          <a:noFill/>
          <a:ln w="0">
            <a:noFill/>
          </a:ln>
        </p:spPr>
      </p:pic>
      <p:pic>
        <p:nvPicPr>
          <p:cNvPr id="124" name="Google Shape;219;p24" descr=""/>
          <p:cNvPicPr/>
          <p:nvPr/>
        </p:nvPicPr>
        <p:blipFill>
          <a:blip r:embed="rId5"/>
          <a:stretch/>
        </p:blipFill>
        <p:spPr>
          <a:xfrm rot="12988800">
            <a:off x="2644560" y="4492080"/>
            <a:ext cx="2834640" cy="2032560"/>
          </a:xfrm>
          <a:prstGeom prst="rect">
            <a:avLst/>
          </a:prstGeom>
          <a:noFill/>
          <a:ln w="0">
            <a:noFill/>
          </a:ln>
        </p:spPr>
      </p:pic>
      <p:pic>
        <p:nvPicPr>
          <p:cNvPr id="125" name="Google Shape;220;p24" descr=""/>
          <p:cNvPicPr/>
          <p:nvPr/>
        </p:nvPicPr>
        <p:blipFill>
          <a:blip r:embed="rId6"/>
          <a:stretch/>
        </p:blipFill>
        <p:spPr>
          <a:xfrm rot="16200000">
            <a:off x="7571160" y="-1739520"/>
            <a:ext cx="2001960" cy="4559040"/>
          </a:xfrm>
          <a:prstGeom prst="rect">
            <a:avLst/>
          </a:prstGeom>
          <a:noFill/>
          <a:ln w="0">
            <a:noFill/>
          </a:ln>
        </p:spPr>
      </p:pic>
      <p:pic>
        <p:nvPicPr>
          <p:cNvPr id="126" name="Google Shape;221;p24" descr=""/>
          <p:cNvPicPr/>
          <p:nvPr/>
        </p:nvPicPr>
        <p:blipFill>
          <a:blip r:embed="rId7"/>
          <a:stretch/>
        </p:blipFill>
        <p:spPr>
          <a:xfrm flipH="1" rot="5400000">
            <a:off x="-309600" y="3134520"/>
            <a:ext cx="1658520" cy="1531800"/>
          </a:xfrm>
          <a:prstGeom prst="rect">
            <a:avLst/>
          </a:prstGeom>
          <a:noFill/>
          <a:ln w="0">
            <a:noFill/>
          </a:ln>
        </p:spPr>
      </p:pic>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bg>
      <p:bgPr>
        <a:solidFill>
          <a:schemeClr val="lt1"/>
        </a:solidFill>
      </p:bgPr>
    </p:bg>
    <p:spTree>
      <p:nvGrpSpPr>
        <p:cNvPr id="1" name=""/>
        <p:cNvGrpSpPr/>
        <p:nvPr/>
      </p:nvGrpSpPr>
      <p:grpSpPr>
        <a:xfrm>
          <a:off x="0" y="0"/>
          <a:ext cx="0" cy="0"/>
          <a:chOff x="0" y="0"/>
          <a:chExt cx="0" cy="0"/>
        </a:xfrm>
      </p:grpSpPr>
      <p:sp>
        <p:nvSpPr>
          <p:cNvPr id="127" name="PlaceHolder 1"/>
          <p:cNvSpPr>
            <a:spLocks noGrp="1"/>
          </p:cNvSpPr>
          <p:nvPr>
            <p:ph type="title"/>
          </p:nvPr>
        </p:nvSpPr>
        <p:spPr>
          <a:xfrm>
            <a:off x="2198520" y="2668320"/>
            <a:ext cx="2169360" cy="4489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28" name="PlaceHolder 2"/>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29" name="PlaceHolder 3"/>
          <p:cNvSpPr>
            <a:spLocks noGrp="1"/>
          </p:cNvSpPr>
          <p:nvPr>
            <p:ph type="title"/>
          </p:nvPr>
        </p:nvSpPr>
        <p:spPr>
          <a:xfrm>
            <a:off x="4776120" y="2668320"/>
            <a:ext cx="2169360" cy="4489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pic>
        <p:nvPicPr>
          <p:cNvPr id="130" name="Google Shape;228;p25" descr=""/>
          <p:cNvPicPr/>
          <p:nvPr/>
        </p:nvPicPr>
        <p:blipFill>
          <a:blip r:embed="rId2"/>
          <a:stretch/>
        </p:blipFill>
        <p:spPr>
          <a:xfrm rot="3547200">
            <a:off x="-485280" y="-893880"/>
            <a:ext cx="1796040" cy="4089960"/>
          </a:xfrm>
          <a:prstGeom prst="rect">
            <a:avLst/>
          </a:prstGeom>
          <a:noFill/>
          <a:ln w="0">
            <a:noFill/>
          </a:ln>
        </p:spPr>
      </p:pic>
      <p:pic>
        <p:nvPicPr>
          <p:cNvPr id="131" name="Google Shape;229;p25" descr=""/>
          <p:cNvPicPr/>
          <p:nvPr/>
        </p:nvPicPr>
        <p:blipFill>
          <a:blip r:embed="rId3"/>
          <a:stretch/>
        </p:blipFill>
        <p:spPr>
          <a:xfrm rot="5400000">
            <a:off x="3366000" y="4494600"/>
            <a:ext cx="1392840" cy="1348920"/>
          </a:xfrm>
          <a:prstGeom prst="rect">
            <a:avLst/>
          </a:prstGeom>
          <a:noFill/>
          <a:ln w="0">
            <a:noFill/>
          </a:ln>
        </p:spPr>
      </p:pic>
      <p:pic>
        <p:nvPicPr>
          <p:cNvPr id="132" name="Google Shape;230;p25" descr=""/>
          <p:cNvPicPr/>
          <p:nvPr/>
        </p:nvPicPr>
        <p:blipFill>
          <a:blip r:embed="rId4"/>
          <a:stretch/>
        </p:blipFill>
        <p:spPr>
          <a:xfrm rot="16200000">
            <a:off x="8218440" y="3327840"/>
            <a:ext cx="1658520" cy="1531800"/>
          </a:xfrm>
          <a:prstGeom prst="rect">
            <a:avLst/>
          </a:prstGeom>
          <a:noFill/>
          <a:ln w="0">
            <a:noFill/>
          </a:ln>
        </p:spPr>
      </p:pic>
      <p:pic>
        <p:nvPicPr>
          <p:cNvPr id="133" name="Google Shape;231;p25" descr=""/>
          <p:cNvPicPr/>
          <p:nvPr/>
        </p:nvPicPr>
        <p:blipFill>
          <a:blip r:embed="rId5"/>
          <a:stretch/>
        </p:blipFill>
        <p:spPr>
          <a:xfrm rot="12988800">
            <a:off x="2644560" y="4492080"/>
            <a:ext cx="2834640" cy="2032560"/>
          </a:xfrm>
          <a:prstGeom prst="rect">
            <a:avLst/>
          </a:prstGeom>
          <a:noFill/>
          <a:ln w="0">
            <a:noFill/>
          </a:ln>
        </p:spPr>
      </p:pic>
      <p:pic>
        <p:nvPicPr>
          <p:cNvPr id="134" name="Google Shape;232;p25" descr=""/>
          <p:cNvPicPr/>
          <p:nvPr/>
        </p:nvPicPr>
        <p:blipFill>
          <a:blip r:embed="rId6"/>
          <a:stretch/>
        </p:blipFill>
        <p:spPr>
          <a:xfrm rot="16200000">
            <a:off x="7571160" y="-1739520"/>
            <a:ext cx="2001960" cy="4559040"/>
          </a:xfrm>
          <a:prstGeom prst="rect">
            <a:avLst/>
          </a:prstGeom>
          <a:noFill/>
          <a:ln w="0">
            <a:noFill/>
          </a:ln>
        </p:spPr>
      </p:pic>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1">
    <p:bg>
      <p:bgPr>
        <a:solidFill>
          <a:schemeClr val="lt1"/>
        </a:solidFill>
      </p:bgPr>
    </p:bg>
    <p:spTree>
      <p:nvGrpSpPr>
        <p:cNvPr id="1" name=""/>
        <p:cNvGrpSpPr/>
        <p:nvPr/>
      </p:nvGrpSpPr>
      <p:grpSpPr>
        <a:xfrm>
          <a:off x="0" y="0"/>
          <a:ext cx="0" cy="0"/>
          <a:chOff x="0" y="0"/>
          <a:chExt cx="0" cy="0"/>
        </a:xfrm>
      </p:grpSpPr>
      <p:pic>
        <p:nvPicPr>
          <p:cNvPr id="135" name="Google Shape;234;p26" descr=""/>
          <p:cNvPicPr/>
          <p:nvPr/>
        </p:nvPicPr>
        <p:blipFill>
          <a:blip r:embed="rId2"/>
          <a:stretch/>
        </p:blipFill>
        <p:spPr>
          <a:xfrm rot="10800000">
            <a:off x="-698400" y="376200"/>
            <a:ext cx="1812600" cy="1406160"/>
          </a:xfrm>
          <a:prstGeom prst="rect">
            <a:avLst/>
          </a:prstGeom>
          <a:noFill/>
          <a:ln w="0">
            <a:noFill/>
          </a:ln>
        </p:spPr>
      </p:pic>
      <p:pic>
        <p:nvPicPr>
          <p:cNvPr id="136" name="Google Shape;235;p26" descr=""/>
          <p:cNvPicPr/>
          <p:nvPr/>
        </p:nvPicPr>
        <p:blipFill>
          <a:blip r:embed="rId3"/>
          <a:stretch/>
        </p:blipFill>
        <p:spPr>
          <a:xfrm flipH="1" rot="10800000">
            <a:off x="8093520" y="70560"/>
            <a:ext cx="1209240" cy="1566720"/>
          </a:xfrm>
          <a:prstGeom prst="rect">
            <a:avLst/>
          </a:prstGeom>
          <a:noFill/>
          <a:ln w="0">
            <a:noFill/>
          </a:ln>
        </p:spPr>
      </p:pic>
      <p:pic>
        <p:nvPicPr>
          <p:cNvPr id="137" name="Google Shape;236;p26" descr=""/>
          <p:cNvPicPr/>
          <p:nvPr/>
        </p:nvPicPr>
        <p:blipFill>
          <a:blip r:embed="rId4"/>
          <a:stretch/>
        </p:blipFill>
        <p:spPr>
          <a:xfrm rot="6202800">
            <a:off x="3894120" y="3376800"/>
            <a:ext cx="1271160" cy="3084480"/>
          </a:xfrm>
          <a:prstGeom prst="rect">
            <a:avLst/>
          </a:prstGeom>
          <a:noFill/>
          <a:ln w="0">
            <a:noFill/>
          </a:ln>
        </p:spPr>
      </p:pic>
      <p:pic>
        <p:nvPicPr>
          <p:cNvPr id="138" name="Google Shape;237;p26" descr=""/>
          <p:cNvPicPr/>
          <p:nvPr/>
        </p:nvPicPr>
        <p:blipFill>
          <a:blip r:embed="rId5"/>
          <a:stretch/>
        </p:blipFill>
        <p:spPr>
          <a:xfrm rot="17002800">
            <a:off x="5301720" y="3580560"/>
            <a:ext cx="2001960" cy="4559040"/>
          </a:xfrm>
          <a:prstGeom prst="rect">
            <a:avLst/>
          </a:prstGeom>
          <a:noFill/>
          <a:ln w="0">
            <a:noFill/>
          </a:ln>
        </p:spPr>
      </p:pic>
      <p:sp>
        <p:nvSpPr>
          <p:cNvPr id="139" name="PlaceHolder 1"/>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2">
    <p:bg>
      <p:bgPr>
        <a:solidFill>
          <a:schemeClr val="lt1"/>
        </a:solidFill>
      </p:bgPr>
    </p:bg>
    <p:spTree>
      <p:nvGrpSpPr>
        <p:cNvPr id="1" name=""/>
        <p:cNvGrpSpPr/>
        <p:nvPr/>
      </p:nvGrpSpPr>
      <p:grpSpPr>
        <a:xfrm>
          <a:off x="0" y="0"/>
          <a:ext cx="0" cy="0"/>
          <a:chOff x="0" y="0"/>
          <a:chExt cx="0" cy="0"/>
        </a:xfrm>
      </p:grpSpPr>
      <p:pic>
        <p:nvPicPr>
          <p:cNvPr id="140" name="Google Shape;240;p27" descr=""/>
          <p:cNvPicPr/>
          <p:nvPr/>
        </p:nvPicPr>
        <p:blipFill>
          <a:blip r:embed="rId2"/>
          <a:stretch/>
        </p:blipFill>
        <p:spPr>
          <a:xfrm rot="4734600">
            <a:off x="6035040" y="1085760"/>
            <a:ext cx="1923840" cy="4667040"/>
          </a:xfrm>
          <a:prstGeom prst="rect">
            <a:avLst/>
          </a:prstGeom>
          <a:noFill/>
          <a:ln w="0">
            <a:noFill/>
          </a:ln>
        </p:spPr>
      </p:pic>
      <p:pic>
        <p:nvPicPr>
          <p:cNvPr id="141" name="Google Shape;241;p27" descr=""/>
          <p:cNvPicPr/>
          <p:nvPr/>
        </p:nvPicPr>
        <p:blipFill>
          <a:blip r:embed="rId3"/>
          <a:stretch/>
        </p:blipFill>
        <p:spPr>
          <a:xfrm rot="3760800">
            <a:off x="3687840" y="2197440"/>
            <a:ext cx="2001960" cy="4559040"/>
          </a:xfrm>
          <a:prstGeom prst="rect">
            <a:avLst/>
          </a:prstGeom>
          <a:noFill/>
          <a:ln w="0">
            <a:noFill/>
          </a:ln>
        </p:spPr>
      </p:pic>
      <p:pic>
        <p:nvPicPr>
          <p:cNvPr id="142" name="Google Shape;242;p27" descr=""/>
          <p:cNvPicPr/>
          <p:nvPr/>
        </p:nvPicPr>
        <p:blipFill>
          <a:blip r:embed="rId4"/>
          <a:stretch/>
        </p:blipFill>
        <p:spPr>
          <a:xfrm>
            <a:off x="7399080" y="4252320"/>
            <a:ext cx="1840680" cy="1699560"/>
          </a:xfrm>
          <a:prstGeom prst="rect">
            <a:avLst/>
          </a:prstGeom>
          <a:noFill/>
          <a:ln w="0">
            <a:noFill/>
          </a:ln>
        </p:spPr>
      </p:pic>
      <p:pic>
        <p:nvPicPr>
          <p:cNvPr id="143" name="Google Shape;243;p27" descr=""/>
          <p:cNvPicPr/>
          <p:nvPr/>
        </p:nvPicPr>
        <p:blipFill>
          <a:blip r:embed="rId5"/>
          <a:stretch/>
        </p:blipFill>
        <p:spPr>
          <a:xfrm flipH="1" rot="5400000">
            <a:off x="7093080" y="4249080"/>
            <a:ext cx="1571760" cy="2036160"/>
          </a:xfrm>
          <a:prstGeom prst="rect">
            <a:avLst/>
          </a:prstGeom>
          <a:noFill/>
          <a:ln w="0">
            <a:noFill/>
          </a:ln>
        </p:spPr>
      </p:pic>
      <p:pic>
        <p:nvPicPr>
          <p:cNvPr id="144" name="Google Shape;244;p27" descr=""/>
          <p:cNvPicPr/>
          <p:nvPr/>
        </p:nvPicPr>
        <p:blipFill>
          <a:blip r:embed="rId6"/>
          <a:stretch/>
        </p:blipFill>
        <p:spPr>
          <a:xfrm rot="12912000">
            <a:off x="2466720" y="4229640"/>
            <a:ext cx="2504160" cy="1436760"/>
          </a:xfrm>
          <a:prstGeom prst="rect">
            <a:avLst/>
          </a:prstGeom>
          <a:noFill/>
          <a:ln w="0">
            <a:noFill/>
          </a:ln>
        </p:spPr>
      </p:pic>
      <p:pic>
        <p:nvPicPr>
          <p:cNvPr id="145" name="Google Shape;245;p27" descr=""/>
          <p:cNvPicPr/>
          <p:nvPr/>
        </p:nvPicPr>
        <p:blipFill>
          <a:blip r:embed="rId7"/>
          <a:stretch/>
        </p:blipFill>
        <p:spPr>
          <a:xfrm rot="9912000">
            <a:off x="4981680" y="5002200"/>
            <a:ext cx="1697040" cy="1643400"/>
          </a:xfrm>
          <a:prstGeom prst="rect">
            <a:avLst/>
          </a:prstGeom>
          <a:noFill/>
          <a:ln w="0">
            <a:noFill/>
          </a:ln>
        </p:spPr>
      </p:pic>
      <p:pic>
        <p:nvPicPr>
          <p:cNvPr id="146" name="Google Shape;246;p27" descr=""/>
          <p:cNvPicPr/>
          <p:nvPr/>
        </p:nvPicPr>
        <p:blipFill>
          <a:blip r:embed="rId8"/>
          <a:stretch/>
        </p:blipFill>
        <p:spPr>
          <a:xfrm rot="3760800">
            <a:off x="6283080" y="2986920"/>
            <a:ext cx="2001960" cy="4559040"/>
          </a:xfrm>
          <a:prstGeom prst="rect">
            <a:avLst/>
          </a:prstGeom>
          <a:noFill/>
          <a:ln w="0">
            <a:noFill/>
          </a:ln>
        </p:spPr>
      </p:pic>
      <p:pic>
        <p:nvPicPr>
          <p:cNvPr id="147" name="Google Shape;247;p27" descr=""/>
          <p:cNvPicPr/>
          <p:nvPr/>
        </p:nvPicPr>
        <p:blipFill>
          <a:blip r:embed="rId9"/>
          <a:stretch/>
        </p:blipFill>
        <p:spPr>
          <a:xfrm rot="5400000">
            <a:off x="3351960" y="2237040"/>
            <a:ext cx="1571760" cy="2036160"/>
          </a:xfrm>
          <a:prstGeom prst="rect">
            <a:avLst/>
          </a:prstGeom>
          <a:noFill/>
          <a:ln w="0">
            <a:noFill/>
          </a:ln>
        </p:spPr>
      </p:pic>
      <p:pic>
        <p:nvPicPr>
          <p:cNvPr id="148" name="Google Shape;248;p27" descr=""/>
          <p:cNvPicPr/>
          <p:nvPr/>
        </p:nvPicPr>
        <p:blipFill>
          <a:blip r:embed="rId10"/>
          <a:stretch/>
        </p:blipFill>
        <p:spPr>
          <a:xfrm rot="3900000">
            <a:off x="6370200" y="683640"/>
            <a:ext cx="2386440" cy="4381200"/>
          </a:xfrm>
          <a:prstGeom prst="rect">
            <a:avLst/>
          </a:prstGeom>
          <a:noFill/>
          <a:ln w="0">
            <a:noFill/>
          </a:ln>
        </p:spPr>
      </p:pic>
      <p:sp>
        <p:nvSpPr>
          <p:cNvPr id="149" name="PlaceHolder 1"/>
          <p:cNvSpPr>
            <a:spLocks noGrp="1"/>
          </p:cNvSpPr>
          <p:nvPr>
            <p:ph type="title"/>
          </p:nvPr>
        </p:nvSpPr>
        <p:spPr>
          <a:xfrm>
            <a:off x="1117800" y="838080"/>
            <a:ext cx="6908760" cy="1158120"/>
          </a:xfrm>
          <a:prstGeom prst="rect">
            <a:avLst/>
          </a:prstGeom>
          <a:noFill/>
          <a:ln w="0">
            <a:noFill/>
          </a:ln>
        </p:spPr>
        <p:txBody>
          <a:bodyPr lIns="91440" rIns="91440" tIns="91440" bIns="91440" anchor="t">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pic>
        <p:nvPicPr>
          <p:cNvPr id="150" name="Google Shape;250;p27" descr=""/>
          <p:cNvPicPr/>
          <p:nvPr/>
        </p:nvPicPr>
        <p:blipFill>
          <a:blip r:embed="rId11"/>
          <a:stretch/>
        </p:blipFill>
        <p:spPr>
          <a:xfrm rot="4734600">
            <a:off x="-860400" y="1085760"/>
            <a:ext cx="1923840" cy="4667040"/>
          </a:xfrm>
          <a:prstGeom prst="rect">
            <a:avLst/>
          </a:prstGeom>
          <a:noFill/>
          <a:ln w="0">
            <a:noFill/>
          </a:ln>
        </p:spPr>
      </p:pic>
      <p:pic>
        <p:nvPicPr>
          <p:cNvPr id="151" name="Google Shape;251;p27" descr=""/>
          <p:cNvPicPr/>
          <p:nvPr/>
        </p:nvPicPr>
        <p:blipFill>
          <a:blip r:embed="rId12"/>
          <a:stretch/>
        </p:blipFill>
        <p:spPr>
          <a:xfrm>
            <a:off x="502920" y="4252320"/>
            <a:ext cx="1840680" cy="1699560"/>
          </a:xfrm>
          <a:prstGeom prst="rect">
            <a:avLst/>
          </a:prstGeom>
          <a:noFill/>
          <a:ln w="0">
            <a:noFill/>
          </a:ln>
        </p:spPr>
      </p:pic>
      <p:pic>
        <p:nvPicPr>
          <p:cNvPr id="152" name="Google Shape;252;p27" descr=""/>
          <p:cNvPicPr/>
          <p:nvPr/>
        </p:nvPicPr>
        <p:blipFill>
          <a:blip r:embed="rId13"/>
          <a:stretch/>
        </p:blipFill>
        <p:spPr>
          <a:xfrm flipH="1" rot="5400000">
            <a:off x="197280" y="4249080"/>
            <a:ext cx="1571760" cy="2036160"/>
          </a:xfrm>
          <a:prstGeom prst="rect">
            <a:avLst/>
          </a:prstGeom>
          <a:noFill/>
          <a:ln w="0">
            <a:noFill/>
          </a:ln>
        </p:spPr>
      </p:pic>
      <p:pic>
        <p:nvPicPr>
          <p:cNvPr id="153" name="Google Shape;253;p27" descr=""/>
          <p:cNvPicPr/>
          <p:nvPr/>
        </p:nvPicPr>
        <p:blipFill>
          <a:blip r:embed="rId14"/>
          <a:stretch/>
        </p:blipFill>
        <p:spPr>
          <a:xfrm rot="3760800">
            <a:off x="-1204560" y="1537200"/>
            <a:ext cx="2001960" cy="4559040"/>
          </a:xfrm>
          <a:prstGeom prst="rect">
            <a:avLst/>
          </a:prstGeom>
          <a:noFill/>
          <a:ln w="0">
            <a:noFill/>
          </a:ln>
        </p:spPr>
      </p:pic>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2">
    <p:bg>
      <p:bgPr>
        <a:solidFill>
          <a:schemeClr val="lt1"/>
        </a:solidFill>
      </p:bgPr>
    </p:bg>
    <p:spTree>
      <p:nvGrpSpPr>
        <p:cNvPr id="1" name=""/>
        <p:cNvGrpSpPr/>
        <p:nvPr/>
      </p:nvGrpSpPr>
      <p:grpSpPr>
        <a:xfrm>
          <a:off x="0" y="0"/>
          <a:ext cx="0" cy="0"/>
          <a:chOff x="0" y="0"/>
          <a:chExt cx="0" cy="0"/>
        </a:xfrm>
      </p:grpSpPr>
      <p:sp>
        <p:nvSpPr>
          <p:cNvPr id="154" name="PlaceHolder 1"/>
          <p:cNvSpPr>
            <a:spLocks noGrp="1"/>
          </p:cNvSpPr>
          <p:nvPr>
            <p:ph type="title"/>
          </p:nvPr>
        </p:nvSpPr>
        <p:spPr>
          <a:xfrm>
            <a:off x="909360" y="3204360"/>
            <a:ext cx="2169360" cy="57240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55" name="PlaceHolder 2"/>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56" name="PlaceHolder 3"/>
          <p:cNvSpPr>
            <a:spLocks noGrp="1"/>
          </p:cNvSpPr>
          <p:nvPr>
            <p:ph type="title"/>
          </p:nvPr>
        </p:nvSpPr>
        <p:spPr>
          <a:xfrm>
            <a:off x="3486960" y="3204360"/>
            <a:ext cx="2169360" cy="57240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57" name="PlaceHolder 4"/>
          <p:cNvSpPr>
            <a:spLocks noGrp="1"/>
          </p:cNvSpPr>
          <p:nvPr>
            <p:ph type="title"/>
          </p:nvPr>
        </p:nvSpPr>
        <p:spPr>
          <a:xfrm>
            <a:off x="6064920" y="3204360"/>
            <a:ext cx="2169360" cy="57240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pic>
        <p:nvPicPr>
          <p:cNvPr id="158" name="Google Shape;262;p28" descr=""/>
          <p:cNvPicPr/>
          <p:nvPr/>
        </p:nvPicPr>
        <p:blipFill>
          <a:blip r:embed="rId2"/>
          <a:stretch/>
        </p:blipFill>
        <p:spPr>
          <a:xfrm rot="5400000">
            <a:off x="3366000" y="4494600"/>
            <a:ext cx="1392840" cy="1348920"/>
          </a:xfrm>
          <a:prstGeom prst="rect">
            <a:avLst/>
          </a:prstGeom>
          <a:noFill/>
          <a:ln w="0">
            <a:noFill/>
          </a:ln>
        </p:spPr>
      </p:pic>
      <p:pic>
        <p:nvPicPr>
          <p:cNvPr id="159" name="Google Shape;263;p28" descr=""/>
          <p:cNvPicPr/>
          <p:nvPr/>
        </p:nvPicPr>
        <p:blipFill>
          <a:blip r:embed="rId3"/>
          <a:stretch/>
        </p:blipFill>
        <p:spPr>
          <a:xfrm rot="16200000">
            <a:off x="8218440" y="3327840"/>
            <a:ext cx="1658520" cy="1531800"/>
          </a:xfrm>
          <a:prstGeom prst="rect">
            <a:avLst/>
          </a:prstGeom>
          <a:noFill/>
          <a:ln w="0">
            <a:noFill/>
          </a:ln>
        </p:spPr>
      </p:pic>
      <p:pic>
        <p:nvPicPr>
          <p:cNvPr id="160" name="Google Shape;264;p28" descr=""/>
          <p:cNvPicPr/>
          <p:nvPr/>
        </p:nvPicPr>
        <p:blipFill>
          <a:blip r:embed="rId4"/>
          <a:stretch/>
        </p:blipFill>
        <p:spPr>
          <a:xfrm rot="12244200">
            <a:off x="-231480" y="311400"/>
            <a:ext cx="1328400" cy="3223080"/>
          </a:xfrm>
          <a:prstGeom prst="rect">
            <a:avLst/>
          </a:prstGeom>
          <a:noFill/>
          <a:ln w="0">
            <a:noFill/>
          </a:ln>
        </p:spPr>
      </p:pic>
      <p:pic>
        <p:nvPicPr>
          <p:cNvPr id="161" name="Google Shape;265;p28" descr=""/>
          <p:cNvPicPr/>
          <p:nvPr/>
        </p:nvPicPr>
        <p:blipFill>
          <a:blip r:embed="rId5"/>
          <a:stretch/>
        </p:blipFill>
        <p:spPr>
          <a:xfrm rot="12988800">
            <a:off x="2644560" y="4492080"/>
            <a:ext cx="2834640" cy="2032560"/>
          </a:xfrm>
          <a:prstGeom prst="rect">
            <a:avLst/>
          </a:prstGeom>
          <a:noFill/>
          <a:ln w="0">
            <a:noFill/>
          </a:ln>
        </p:spPr>
      </p:pic>
      <p:pic>
        <p:nvPicPr>
          <p:cNvPr id="162" name="Google Shape;266;p28" descr=""/>
          <p:cNvPicPr/>
          <p:nvPr/>
        </p:nvPicPr>
        <p:blipFill>
          <a:blip r:embed="rId6"/>
          <a:stretch/>
        </p:blipFill>
        <p:spPr>
          <a:xfrm rot="16200000">
            <a:off x="7571160" y="-1739520"/>
            <a:ext cx="2001960" cy="4559040"/>
          </a:xfrm>
          <a:prstGeom prst="rect">
            <a:avLst/>
          </a:prstGeom>
          <a:noFill/>
          <a:ln w="0">
            <a:noFill/>
          </a:ln>
        </p:spPr>
      </p:pic>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2_1">
    <p:bg>
      <p:bgPr>
        <a:solidFill>
          <a:schemeClr val="lt1"/>
        </a:solidFill>
      </p:bgPr>
    </p:bg>
    <p:spTree>
      <p:nvGrpSpPr>
        <p:cNvPr id="1" name=""/>
        <p:cNvGrpSpPr/>
        <p:nvPr/>
      </p:nvGrpSpPr>
      <p:grpSpPr>
        <a:xfrm>
          <a:off x="0" y="0"/>
          <a:ext cx="0" cy="0"/>
          <a:chOff x="0" y="0"/>
          <a:chExt cx="0" cy="0"/>
        </a:xfrm>
      </p:grpSpPr>
      <p:sp>
        <p:nvSpPr>
          <p:cNvPr id="163" name="PlaceHolder 1"/>
          <p:cNvSpPr>
            <a:spLocks noGrp="1"/>
          </p:cNvSpPr>
          <p:nvPr>
            <p:ph type="title"/>
          </p:nvPr>
        </p:nvSpPr>
        <p:spPr>
          <a:xfrm>
            <a:off x="1986480" y="1320480"/>
            <a:ext cx="2748600" cy="57240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64" name="PlaceHolder 2"/>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65" name="PlaceHolder 3"/>
          <p:cNvSpPr>
            <a:spLocks noGrp="1"/>
          </p:cNvSpPr>
          <p:nvPr>
            <p:ph type="title"/>
          </p:nvPr>
        </p:nvSpPr>
        <p:spPr>
          <a:xfrm>
            <a:off x="1986480" y="2410200"/>
            <a:ext cx="2748600" cy="57240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66" name="PlaceHolder 4"/>
          <p:cNvSpPr>
            <a:spLocks noGrp="1"/>
          </p:cNvSpPr>
          <p:nvPr>
            <p:ph type="title"/>
          </p:nvPr>
        </p:nvSpPr>
        <p:spPr>
          <a:xfrm>
            <a:off x="1986480" y="3508200"/>
            <a:ext cx="2748600" cy="57240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pic>
        <p:nvPicPr>
          <p:cNvPr id="167" name="Google Shape;275;p29" descr=""/>
          <p:cNvPicPr/>
          <p:nvPr/>
        </p:nvPicPr>
        <p:blipFill>
          <a:blip r:embed="rId2"/>
          <a:stretch/>
        </p:blipFill>
        <p:spPr>
          <a:xfrm rot="18317400">
            <a:off x="8608680" y="2736720"/>
            <a:ext cx="1773720" cy="4039200"/>
          </a:xfrm>
          <a:prstGeom prst="rect">
            <a:avLst/>
          </a:prstGeom>
          <a:noFill/>
          <a:ln w="0">
            <a:noFill/>
          </a:ln>
        </p:spPr>
      </p:pic>
      <p:pic>
        <p:nvPicPr>
          <p:cNvPr id="168" name="Google Shape;276;p29" descr=""/>
          <p:cNvPicPr/>
          <p:nvPr/>
        </p:nvPicPr>
        <p:blipFill>
          <a:blip r:embed="rId3"/>
          <a:stretch/>
        </p:blipFill>
        <p:spPr>
          <a:xfrm rot="10800000">
            <a:off x="7797240" y="294120"/>
            <a:ext cx="2504160" cy="1436760"/>
          </a:xfrm>
          <a:prstGeom prst="rect">
            <a:avLst/>
          </a:prstGeom>
          <a:noFill/>
          <a:ln w="0">
            <a:noFill/>
          </a:ln>
        </p:spPr>
      </p:pic>
      <p:pic>
        <p:nvPicPr>
          <p:cNvPr id="169" name="Google Shape;277;p29" descr=""/>
          <p:cNvPicPr/>
          <p:nvPr/>
        </p:nvPicPr>
        <p:blipFill>
          <a:blip r:embed="rId4"/>
          <a:stretch/>
        </p:blipFill>
        <p:spPr>
          <a:xfrm rot="17100000">
            <a:off x="-1570320" y="1706040"/>
            <a:ext cx="3030840" cy="2172960"/>
          </a:xfrm>
          <a:prstGeom prst="rect">
            <a:avLst/>
          </a:prstGeom>
          <a:noFill/>
          <a:ln w="0">
            <a:noFill/>
          </a:ln>
        </p:spPr>
      </p:pic>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4">
    <p:bg>
      <p:bgPr>
        <a:solidFill>
          <a:schemeClr val="lt1"/>
        </a:solidFill>
      </p:bgPr>
    </p:bg>
    <p:spTree>
      <p:nvGrpSpPr>
        <p:cNvPr id="1" name=""/>
        <p:cNvGrpSpPr/>
        <p:nvPr/>
      </p:nvGrpSpPr>
      <p:grpSpPr>
        <a:xfrm>
          <a:off x="0" y="0"/>
          <a:ext cx="0" cy="0"/>
          <a:chOff x="0" y="0"/>
          <a:chExt cx="0" cy="0"/>
        </a:xfrm>
      </p:grpSpPr>
      <p:sp>
        <p:nvSpPr>
          <p:cNvPr id="170" name="PlaceHolder 1"/>
          <p:cNvSpPr>
            <a:spLocks noGrp="1"/>
          </p:cNvSpPr>
          <p:nvPr>
            <p:ph type="title"/>
          </p:nvPr>
        </p:nvSpPr>
        <p:spPr>
          <a:xfrm>
            <a:off x="757080" y="1306800"/>
            <a:ext cx="2169360" cy="488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71" name="PlaceHolder 2"/>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72" name="PlaceHolder 3"/>
          <p:cNvSpPr>
            <a:spLocks noGrp="1"/>
          </p:cNvSpPr>
          <p:nvPr>
            <p:ph type="title"/>
          </p:nvPr>
        </p:nvSpPr>
        <p:spPr>
          <a:xfrm>
            <a:off x="757080" y="3304800"/>
            <a:ext cx="2169360" cy="488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73" name="PlaceHolder 4"/>
          <p:cNvSpPr>
            <a:spLocks noGrp="1"/>
          </p:cNvSpPr>
          <p:nvPr>
            <p:ph type="title"/>
          </p:nvPr>
        </p:nvSpPr>
        <p:spPr>
          <a:xfrm>
            <a:off x="6217200" y="1306800"/>
            <a:ext cx="2169360" cy="488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74" name="PlaceHolder 5"/>
          <p:cNvSpPr>
            <a:spLocks noGrp="1"/>
          </p:cNvSpPr>
          <p:nvPr>
            <p:ph type="title"/>
          </p:nvPr>
        </p:nvSpPr>
        <p:spPr>
          <a:xfrm>
            <a:off x="6217200" y="3304800"/>
            <a:ext cx="2169360" cy="488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pic>
        <p:nvPicPr>
          <p:cNvPr id="175" name="Google Shape;288;p30" descr=""/>
          <p:cNvPicPr/>
          <p:nvPr/>
        </p:nvPicPr>
        <p:blipFill>
          <a:blip r:embed="rId2"/>
          <a:stretch/>
        </p:blipFill>
        <p:spPr>
          <a:xfrm flipH="1" rot="5400000">
            <a:off x="-326520" y="-98640"/>
            <a:ext cx="1179000" cy="1527840"/>
          </a:xfrm>
          <a:prstGeom prst="rect">
            <a:avLst/>
          </a:prstGeom>
          <a:noFill/>
          <a:ln w="0">
            <a:noFill/>
          </a:ln>
        </p:spPr>
      </p:pic>
      <p:pic>
        <p:nvPicPr>
          <p:cNvPr id="176" name="Google Shape;289;p30" descr=""/>
          <p:cNvPicPr/>
          <p:nvPr/>
        </p:nvPicPr>
        <p:blipFill>
          <a:blip r:embed="rId3"/>
          <a:stretch/>
        </p:blipFill>
        <p:spPr>
          <a:xfrm>
            <a:off x="8148600" y="2558880"/>
            <a:ext cx="1796040" cy="4089960"/>
          </a:xfrm>
          <a:prstGeom prst="rect">
            <a:avLst/>
          </a:prstGeom>
          <a:noFill/>
          <a:ln w="0">
            <a:noFill/>
          </a:ln>
        </p:spPr>
      </p:pic>
      <p:pic>
        <p:nvPicPr>
          <p:cNvPr id="177" name="Google Shape;290;p30" descr=""/>
          <p:cNvPicPr/>
          <p:nvPr/>
        </p:nvPicPr>
        <p:blipFill>
          <a:blip r:embed="rId4"/>
          <a:stretch/>
        </p:blipFill>
        <p:spPr>
          <a:xfrm flipH="1" rot="14726400">
            <a:off x="-762120" y="4141440"/>
            <a:ext cx="2309760" cy="1325160"/>
          </a:xfrm>
          <a:prstGeom prst="rect">
            <a:avLst/>
          </a:prstGeom>
          <a:noFill/>
          <a:ln w="0">
            <a:noFill/>
          </a:ln>
        </p:spPr>
      </p:pic>
      <p:pic>
        <p:nvPicPr>
          <p:cNvPr id="178" name="Google Shape;291;p30" descr=""/>
          <p:cNvPicPr/>
          <p:nvPr/>
        </p:nvPicPr>
        <p:blipFill>
          <a:blip r:embed="rId5"/>
          <a:stretch/>
        </p:blipFill>
        <p:spPr>
          <a:xfrm flipH="1" rot="14726400">
            <a:off x="7891560" y="-338400"/>
            <a:ext cx="2309760" cy="1325160"/>
          </a:xfrm>
          <a:prstGeom prst="rect">
            <a:avLst/>
          </a:prstGeom>
          <a:noFill/>
          <a:ln w="0">
            <a:noFill/>
          </a:ln>
        </p:spPr>
      </p:pic>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179" name="PlaceHolder 1"/>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80" name="PlaceHolder 2"/>
          <p:cNvSpPr>
            <a:spLocks noGrp="1"/>
          </p:cNvSpPr>
          <p:nvPr>
            <p:ph type="body"/>
          </p:nvPr>
        </p:nvSpPr>
        <p:spPr>
          <a:xfrm>
            <a:off x="713160" y="1187640"/>
            <a:ext cx="7717320" cy="34160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pic>
        <p:nvPicPr>
          <p:cNvPr id="181" name="Google Shape;29;p4" descr=""/>
          <p:cNvPicPr/>
          <p:nvPr/>
        </p:nvPicPr>
        <p:blipFill>
          <a:blip r:embed="rId2"/>
          <a:stretch/>
        </p:blipFill>
        <p:spPr>
          <a:xfrm rot="5400000">
            <a:off x="7018560" y="-1769040"/>
            <a:ext cx="1733400" cy="3947040"/>
          </a:xfrm>
          <a:prstGeom prst="rect">
            <a:avLst/>
          </a:prstGeom>
          <a:noFill/>
          <a:ln w="0">
            <a:noFill/>
          </a:ln>
        </p:spPr>
      </p:pic>
      <p:pic>
        <p:nvPicPr>
          <p:cNvPr id="182" name="Google Shape;30;p4" descr=""/>
          <p:cNvPicPr/>
          <p:nvPr/>
        </p:nvPicPr>
        <p:blipFill>
          <a:blip r:embed="rId3"/>
          <a:stretch/>
        </p:blipFill>
        <p:spPr>
          <a:xfrm rot="5400000">
            <a:off x="-2142360" y="1694520"/>
            <a:ext cx="3538080" cy="2030040"/>
          </a:xfrm>
          <a:prstGeom prst="rect">
            <a:avLst/>
          </a:prstGeom>
          <a:noFill/>
          <a:ln w="0">
            <a:noFill/>
          </a:ln>
        </p:spPr>
      </p:pic>
      <p:pic>
        <p:nvPicPr>
          <p:cNvPr id="183" name="Google Shape;31;p4" descr=""/>
          <p:cNvPicPr/>
          <p:nvPr/>
        </p:nvPicPr>
        <p:blipFill>
          <a:blip r:embed="rId4"/>
          <a:stretch/>
        </p:blipFill>
        <p:spPr>
          <a:xfrm>
            <a:off x="8430840" y="2721240"/>
            <a:ext cx="1665720" cy="1613160"/>
          </a:xfrm>
          <a:prstGeom prst="rect">
            <a:avLst/>
          </a:prstGeom>
          <a:noFill/>
          <a:ln w="0">
            <a:noFill/>
          </a:ln>
        </p:spPr>
      </p:pic>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lt1"/>
        </a:solidFill>
      </p:bgPr>
    </p:bg>
    <p:spTree>
      <p:nvGrpSpPr>
        <p:cNvPr id="1" name=""/>
        <p:cNvGrpSpPr/>
        <p:nvPr/>
      </p:nvGrpSpPr>
      <p:grpSpPr>
        <a:xfrm>
          <a:off x="0" y="0"/>
          <a:ext cx="0" cy="0"/>
          <a:chOff x="0" y="0"/>
          <a:chExt cx="0" cy="0"/>
        </a:xfrm>
      </p:grpSpPr>
      <p:sp>
        <p:nvSpPr>
          <p:cNvPr id="184" name="PlaceHolder 1"/>
          <p:cNvSpPr>
            <a:spLocks noGrp="1"/>
          </p:cNvSpPr>
          <p:nvPr>
            <p:ph type="title"/>
          </p:nvPr>
        </p:nvSpPr>
        <p:spPr>
          <a:xfrm>
            <a:off x="1624320" y="1629000"/>
            <a:ext cx="2693520" cy="42120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85" name="PlaceHolder 2"/>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86" name="PlaceHolder 3"/>
          <p:cNvSpPr>
            <a:spLocks noGrp="1"/>
          </p:cNvSpPr>
          <p:nvPr>
            <p:ph type="title"/>
          </p:nvPr>
        </p:nvSpPr>
        <p:spPr>
          <a:xfrm>
            <a:off x="4825440" y="1629000"/>
            <a:ext cx="2693520" cy="42120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87" name="PlaceHolder 4"/>
          <p:cNvSpPr>
            <a:spLocks noGrp="1"/>
          </p:cNvSpPr>
          <p:nvPr>
            <p:ph type="title"/>
          </p:nvPr>
        </p:nvSpPr>
        <p:spPr>
          <a:xfrm>
            <a:off x="1624320" y="2998080"/>
            <a:ext cx="2693520" cy="42120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88" name="PlaceHolder 5"/>
          <p:cNvSpPr>
            <a:spLocks noGrp="1"/>
          </p:cNvSpPr>
          <p:nvPr>
            <p:ph type="title"/>
          </p:nvPr>
        </p:nvSpPr>
        <p:spPr>
          <a:xfrm>
            <a:off x="4825440" y="2998080"/>
            <a:ext cx="2693520" cy="42120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pic>
        <p:nvPicPr>
          <p:cNvPr id="189" name="Google Shape;302;p31" descr=""/>
          <p:cNvPicPr/>
          <p:nvPr/>
        </p:nvPicPr>
        <p:blipFill>
          <a:blip r:embed="rId2"/>
          <a:stretch/>
        </p:blipFill>
        <p:spPr>
          <a:xfrm rot="7138800">
            <a:off x="7706160" y="-1163520"/>
            <a:ext cx="1449360" cy="3300120"/>
          </a:xfrm>
          <a:prstGeom prst="rect">
            <a:avLst/>
          </a:prstGeom>
          <a:noFill/>
          <a:ln w="0">
            <a:noFill/>
          </a:ln>
        </p:spPr>
      </p:pic>
      <p:pic>
        <p:nvPicPr>
          <p:cNvPr id="190" name="Google Shape;303;p31" descr=""/>
          <p:cNvPicPr/>
          <p:nvPr/>
        </p:nvPicPr>
        <p:blipFill>
          <a:blip r:embed="rId3"/>
          <a:stretch/>
        </p:blipFill>
        <p:spPr>
          <a:xfrm rot="5400000">
            <a:off x="-615960" y="384840"/>
            <a:ext cx="1392840" cy="1348920"/>
          </a:xfrm>
          <a:prstGeom prst="rect">
            <a:avLst/>
          </a:prstGeom>
          <a:noFill/>
          <a:ln w="0">
            <a:noFill/>
          </a:ln>
        </p:spPr>
      </p:pic>
      <p:pic>
        <p:nvPicPr>
          <p:cNvPr id="191" name="Google Shape;304;p31" descr=""/>
          <p:cNvPicPr/>
          <p:nvPr/>
        </p:nvPicPr>
        <p:blipFill>
          <a:blip r:embed="rId4"/>
          <a:stretch/>
        </p:blipFill>
        <p:spPr>
          <a:xfrm rot="16200000">
            <a:off x="5172120" y="3734280"/>
            <a:ext cx="1315440" cy="3191040"/>
          </a:xfrm>
          <a:prstGeom prst="rect">
            <a:avLst/>
          </a:prstGeom>
          <a:noFill/>
          <a:ln w="0">
            <a:noFill/>
          </a:ln>
        </p:spPr>
      </p:pic>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3">
    <p:bg>
      <p:bgPr>
        <a:solidFill>
          <a:schemeClr val="lt1"/>
        </a:solidFill>
      </p:bgPr>
    </p:bg>
    <p:spTree>
      <p:nvGrpSpPr>
        <p:cNvPr id="1" name=""/>
        <p:cNvGrpSpPr/>
        <p:nvPr/>
      </p:nvGrpSpPr>
      <p:grpSpPr>
        <a:xfrm>
          <a:off x="0" y="0"/>
          <a:ext cx="0" cy="0"/>
          <a:chOff x="0" y="0"/>
          <a:chExt cx="0" cy="0"/>
        </a:xfrm>
      </p:grpSpPr>
      <p:sp>
        <p:nvSpPr>
          <p:cNvPr id="192" name="PlaceHolder 1"/>
          <p:cNvSpPr>
            <a:spLocks noGrp="1"/>
          </p:cNvSpPr>
          <p:nvPr>
            <p:ph type="title"/>
          </p:nvPr>
        </p:nvSpPr>
        <p:spPr>
          <a:xfrm>
            <a:off x="909360" y="1525320"/>
            <a:ext cx="2169360" cy="4489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93" name="PlaceHolder 2"/>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94" name="PlaceHolder 3"/>
          <p:cNvSpPr>
            <a:spLocks noGrp="1"/>
          </p:cNvSpPr>
          <p:nvPr>
            <p:ph type="title"/>
          </p:nvPr>
        </p:nvSpPr>
        <p:spPr>
          <a:xfrm>
            <a:off x="3487320" y="1525320"/>
            <a:ext cx="2169360" cy="38088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95" name="PlaceHolder 4"/>
          <p:cNvSpPr>
            <a:spLocks noGrp="1"/>
          </p:cNvSpPr>
          <p:nvPr>
            <p:ph type="title"/>
          </p:nvPr>
        </p:nvSpPr>
        <p:spPr>
          <a:xfrm>
            <a:off x="6064920" y="1525320"/>
            <a:ext cx="2169360" cy="38088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96" name="PlaceHolder 5"/>
          <p:cNvSpPr>
            <a:spLocks noGrp="1"/>
          </p:cNvSpPr>
          <p:nvPr>
            <p:ph type="title"/>
          </p:nvPr>
        </p:nvSpPr>
        <p:spPr>
          <a:xfrm>
            <a:off x="2198520" y="3023280"/>
            <a:ext cx="2169360" cy="4489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197" name="PlaceHolder 6"/>
          <p:cNvSpPr>
            <a:spLocks noGrp="1"/>
          </p:cNvSpPr>
          <p:nvPr>
            <p:ph type="title"/>
          </p:nvPr>
        </p:nvSpPr>
        <p:spPr>
          <a:xfrm>
            <a:off x="4776120" y="3023280"/>
            <a:ext cx="2169360" cy="4489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pic>
        <p:nvPicPr>
          <p:cNvPr id="198" name="Google Shape;317;p32" descr=""/>
          <p:cNvPicPr/>
          <p:nvPr/>
        </p:nvPicPr>
        <p:blipFill>
          <a:blip r:embed="rId2"/>
          <a:stretch/>
        </p:blipFill>
        <p:spPr>
          <a:xfrm rot="6199800">
            <a:off x="-233280" y="3711960"/>
            <a:ext cx="1858320" cy="1799640"/>
          </a:xfrm>
          <a:prstGeom prst="rect">
            <a:avLst/>
          </a:prstGeom>
          <a:noFill/>
          <a:ln w="0">
            <a:noFill/>
          </a:ln>
        </p:spPr>
      </p:pic>
      <p:pic>
        <p:nvPicPr>
          <p:cNvPr id="199" name="Google Shape;318;p32" descr=""/>
          <p:cNvPicPr/>
          <p:nvPr/>
        </p:nvPicPr>
        <p:blipFill>
          <a:blip r:embed="rId3"/>
          <a:stretch/>
        </p:blipFill>
        <p:spPr>
          <a:xfrm rot="13788600">
            <a:off x="-1299960" y="3696840"/>
            <a:ext cx="3781800" cy="2711520"/>
          </a:xfrm>
          <a:prstGeom prst="rect">
            <a:avLst/>
          </a:prstGeom>
          <a:noFill/>
          <a:ln w="0">
            <a:noFill/>
          </a:ln>
        </p:spPr>
      </p:pic>
      <p:pic>
        <p:nvPicPr>
          <p:cNvPr id="200" name="Google Shape;319;p32" descr=""/>
          <p:cNvPicPr/>
          <p:nvPr/>
        </p:nvPicPr>
        <p:blipFill>
          <a:blip r:embed="rId4"/>
          <a:stretch/>
        </p:blipFill>
        <p:spPr>
          <a:xfrm flipH="1" rot="15400200">
            <a:off x="7533720" y="3711960"/>
            <a:ext cx="1858320" cy="1799640"/>
          </a:xfrm>
          <a:prstGeom prst="rect">
            <a:avLst/>
          </a:prstGeom>
          <a:noFill/>
          <a:ln w="0">
            <a:noFill/>
          </a:ln>
        </p:spPr>
      </p:pic>
      <p:pic>
        <p:nvPicPr>
          <p:cNvPr id="201" name="Google Shape;320;p32" descr=""/>
          <p:cNvPicPr/>
          <p:nvPr/>
        </p:nvPicPr>
        <p:blipFill>
          <a:blip r:embed="rId5"/>
          <a:stretch/>
        </p:blipFill>
        <p:spPr>
          <a:xfrm flipH="1" rot="7811400">
            <a:off x="6676560" y="3696840"/>
            <a:ext cx="3781800" cy="2711520"/>
          </a:xfrm>
          <a:prstGeom prst="rect">
            <a:avLst/>
          </a:prstGeom>
          <a:noFill/>
          <a:ln w="0">
            <a:noFill/>
          </a:ln>
        </p:spPr>
      </p:pic>
      <p:pic>
        <p:nvPicPr>
          <p:cNvPr id="202" name="Google Shape;321;p32" descr=""/>
          <p:cNvPicPr/>
          <p:nvPr/>
        </p:nvPicPr>
        <p:blipFill>
          <a:blip r:embed="rId6"/>
          <a:stretch/>
        </p:blipFill>
        <p:spPr>
          <a:xfrm flipH="1" rot="10800000">
            <a:off x="7789680" y="-309600"/>
            <a:ext cx="1571760" cy="2036160"/>
          </a:xfrm>
          <a:prstGeom prst="rect">
            <a:avLst/>
          </a:prstGeom>
          <a:noFill/>
          <a:ln w="0">
            <a:noFill/>
          </a:ln>
        </p:spPr>
      </p:pic>
      <p:pic>
        <p:nvPicPr>
          <p:cNvPr id="203" name="Google Shape;322;p32" descr=""/>
          <p:cNvPicPr/>
          <p:nvPr/>
        </p:nvPicPr>
        <p:blipFill>
          <a:blip r:embed="rId7"/>
          <a:stretch/>
        </p:blipFill>
        <p:spPr>
          <a:xfrm rot="12740400">
            <a:off x="-496440" y="-345240"/>
            <a:ext cx="2568600" cy="1473840"/>
          </a:xfrm>
          <a:prstGeom prst="rect">
            <a:avLst/>
          </a:prstGeom>
          <a:noFill/>
          <a:ln w="0">
            <a:noFill/>
          </a:ln>
        </p:spPr>
      </p:pic>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5">
    <p:bg>
      <p:bgPr>
        <a:solidFill>
          <a:schemeClr val="lt1"/>
        </a:solidFill>
      </p:bgPr>
    </p:bg>
    <p:spTree>
      <p:nvGrpSpPr>
        <p:cNvPr id="1" name=""/>
        <p:cNvGrpSpPr/>
        <p:nvPr/>
      </p:nvGrpSpPr>
      <p:grpSpPr>
        <a:xfrm>
          <a:off x="0" y="0"/>
          <a:ext cx="0" cy="0"/>
          <a:chOff x="0" y="0"/>
          <a:chExt cx="0" cy="0"/>
        </a:xfrm>
      </p:grpSpPr>
      <p:sp>
        <p:nvSpPr>
          <p:cNvPr id="204" name="PlaceHolder 1"/>
          <p:cNvSpPr>
            <a:spLocks noGrp="1"/>
          </p:cNvSpPr>
          <p:nvPr>
            <p:ph type="title"/>
          </p:nvPr>
        </p:nvSpPr>
        <p:spPr>
          <a:xfrm>
            <a:off x="4984200" y="768240"/>
            <a:ext cx="3445920" cy="112716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pic>
        <p:nvPicPr>
          <p:cNvPr id="205" name="Google Shape;325;p33" descr=""/>
          <p:cNvPicPr/>
          <p:nvPr/>
        </p:nvPicPr>
        <p:blipFill>
          <a:blip r:embed="rId2"/>
          <a:stretch/>
        </p:blipFill>
        <p:spPr>
          <a:xfrm flipH="1" rot="11094600">
            <a:off x="6663600" y="1616040"/>
            <a:ext cx="2309760" cy="1325160"/>
          </a:xfrm>
          <a:prstGeom prst="rect">
            <a:avLst/>
          </a:prstGeom>
          <a:noFill/>
          <a:ln w="0">
            <a:noFill/>
          </a:ln>
        </p:spPr>
      </p:pic>
      <p:pic>
        <p:nvPicPr>
          <p:cNvPr id="206" name="Google Shape;326;p33" descr=""/>
          <p:cNvPicPr/>
          <p:nvPr/>
        </p:nvPicPr>
        <p:blipFill>
          <a:blip r:embed="rId3"/>
          <a:stretch/>
        </p:blipFill>
        <p:spPr>
          <a:xfrm flipH="1" rot="19368600">
            <a:off x="4793040" y="2004120"/>
            <a:ext cx="1654920" cy="1602360"/>
          </a:xfrm>
          <a:prstGeom prst="rect">
            <a:avLst/>
          </a:prstGeom>
          <a:noFill/>
          <a:ln w="0">
            <a:noFill/>
          </a:ln>
        </p:spPr>
      </p:pic>
      <p:pic>
        <p:nvPicPr>
          <p:cNvPr id="207" name="Google Shape;327;p33" descr=""/>
          <p:cNvPicPr/>
          <p:nvPr/>
        </p:nvPicPr>
        <p:blipFill>
          <a:blip r:embed="rId4"/>
          <a:stretch/>
        </p:blipFill>
        <p:spPr>
          <a:xfrm flipH="1" rot="17769600">
            <a:off x="5663520" y="1071000"/>
            <a:ext cx="1733400" cy="3947040"/>
          </a:xfrm>
          <a:prstGeom prst="rect">
            <a:avLst/>
          </a:prstGeom>
          <a:noFill/>
          <a:ln w="0">
            <a:noFill/>
          </a:ln>
        </p:spPr>
      </p:pic>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6">
    <p:bg>
      <p:bgPr>
        <a:solidFill>
          <a:schemeClr val="lt1"/>
        </a:solidFill>
      </p:bgPr>
    </p:bg>
    <p:spTree>
      <p:nvGrpSpPr>
        <p:cNvPr id="1" name=""/>
        <p:cNvGrpSpPr/>
        <p:nvPr/>
      </p:nvGrpSpPr>
      <p:grpSpPr>
        <a:xfrm>
          <a:off x="0" y="0"/>
          <a:ext cx="0" cy="0"/>
          <a:chOff x="0" y="0"/>
          <a:chExt cx="0" cy="0"/>
        </a:xfrm>
      </p:grpSpPr>
      <p:sp>
        <p:nvSpPr>
          <p:cNvPr id="208" name="PlaceHolder 1"/>
          <p:cNvSpPr>
            <a:spLocks noGrp="1"/>
          </p:cNvSpPr>
          <p:nvPr>
            <p:ph type="title"/>
          </p:nvPr>
        </p:nvSpPr>
        <p:spPr>
          <a:xfrm>
            <a:off x="909360" y="2823480"/>
            <a:ext cx="2169360" cy="572400"/>
          </a:xfrm>
          <a:prstGeom prst="rect">
            <a:avLst/>
          </a:prstGeom>
          <a:noFill/>
          <a:ln w="0">
            <a:noFill/>
          </a:ln>
        </p:spPr>
        <p:txBody>
          <a:bodyPr lIns="91440" rIns="91440" tIns="91440" bIns="91440" anchor="ctr">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209" name="PlaceHolder 2"/>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210" name="PlaceHolder 3"/>
          <p:cNvSpPr>
            <a:spLocks noGrp="1"/>
          </p:cNvSpPr>
          <p:nvPr>
            <p:ph type="title"/>
          </p:nvPr>
        </p:nvSpPr>
        <p:spPr>
          <a:xfrm>
            <a:off x="3487320" y="2823480"/>
            <a:ext cx="2169360" cy="572400"/>
          </a:xfrm>
          <a:prstGeom prst="rect">
            <a:avLst/>
          </a:prstGeom>
          <a:noFill/>
          <a:ln w="0">
            <a:noFill/>
          </a:ln>
        </p:spPr>
        <p:txBody>
          <a:bodyPr lIns="91440" rIns="91440" tIns="91440" bIns="91440" anchor="ctr">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211" name="PlaceHolder 4"/>
          <p:cNvSpPr>
            <a:spLocks noGrp="1"/>
          </p:cNvSpPr>
          <p:nvPr>
            <p:ph type="title"/>
          </p:nvPr>
        </p:nvSpPr>
        <p:spPr>
          <a:xfrm>
            <a:off x="6064920" y="2823480"/>
            <a:ext cx="2169360" cy="572400"/>
          </a:xfrm>
          <a:prstGeom prst="rect">
            <a:avLst/>
          </a:prstGeom>
          <a:noFill/>
          <a:ln w="0">
            <a:noFill/>
          </a:ln>
        </p:spPr>
        <p:txBody>
          <a:bodyPr lIns="91440" rIns="91440" tIns="91440" bIns="91440" anchor="ctr">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pic>
        <p:nvPicPr>
          <p:cNvPr id="212" name="Google Shape;336;p34" descr=""/>
          <p:cNvPicPr/>
          <p:nvPr/>
        </p:nvPicPr>
        <p:blipFill>
          <a:blip r:embed="rId2"/>
          <a:stretch/>
        </p:blipFill>
        <p:spPr>
          <a:xfrm rot="5400000">
            <a:off x="3366000" y="4494600"/>
            <a:ext cx="1392840" cy="1348920"/>
          </a:xfrm>
          <a:prstGeom prst="rect">
            <a:avLst/>
          </a:prstGeom>
          <a:noFill/>
          <a:ln w="0">
            <a:noFill/>
          </a:ln>
        </p:spPr>
      </p:pic>
      <p:pic>
        <p:nvPicPr>
          <p:cNvPr id="213" name="Google Shape;337;p34" descr=""/>
          <p:cNvPicPr/>
          <p:nvPr/>
        </p:nvPicPr>
        <p:blipFill>
          <a:blip r:embed="rId3"/>
          <a:stretch/>
        </p:blipFill>
        <p:spPr>
          <a:xfrm flipH="1" rot="5400000">
            <a:off x="-894600" y="3327840"/>
            <a:ext cx="1658520" cy="1531800"/>
          </a:xfrm>
          <a:prstGeom prst="rect">
            <a:avLst/>
          </a:prstGeom>
          <a:noFill/>
          <a:ln w="0">
            <a:noFill/>
          </a:ln>
        </p:spPr>
      </p:pic>
      <p:pic>
        <p:nvPicPr>
          <p:cNvPr id="214" name="Google Shape;338;p34" descr=""/>
          <p:cNvPicPr/>
          <p:nvPr/>
        </p:nvPicPr>
        <p:blipFill>
          <a:blip r:embed="rId4"/>
          <a:stretch/>
        </p:blipFill>
        <p:spPr>
          <a:xfrm flipH="1" rot="9355800">
            <a:off x="7885080" y="311400"/>
            <a:ext cx="1328400" cy="3223080"/>
          </a:xfrm>
          <a:prstGeom prst="rect">
            <a:avLst/>
          </a:prstGeom>
          <a:noFill/>
          <a:ln w="0">
            <a:noFill/>
          </a:ln>
        </p:spPr>
      </p:pic>
      <p:pic>
        <p:nvPicPr>
          <p:cNvPr id="215" name="Google Shape;339;p34" descr=""/>
          <p:cNvPicPr/>
          <p:nvPr/>
        </p:nvPicPr>
        <p:blipFill>
          <a:blip r:embed="rId5"/>
          <a:stretch/>
        </p:blipFill>
        <p:spPr>
          <a:xfrm rot="16200000">
            <a:off x="-1988280" y="-2484360"/>
            <a:ext cx="2001960" cy="4559040"/>
          </a:xfrm>
          <a:prstGeom prst="rect">
            <a:avLst/>
          </a:prstGeom>
          <a:noFill/>
          <a:ln w="0">
            <a:noFill/>
          </a:ln>
        </p:spPr>
      </p:pic>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8">
    <p:bg>
      <p:bgPr>
        <a:solidFill>
          <a:schemeClr val="lt1"/>
        </a:solidFill>
      </p:bgPr>
    </p:bg>
    <p:spTree>
      <p:nvGrpSpPr>
        <p:cNvPr id="1" name=""/>
        <p:cNvGrpSpPr/>
        <p:nvPr/>
      </p:nvGrpSpPr>
      <p:grpSpPr>
        <a:xfrm>
          <a:off x="0" y="0"/>
          <a:ext cx="0" cy="0"/>
          <a:chOff x="0" y="0"/>
          <a:chExt cx="0" cy="0"/>
        </a:xfrm>
      </p:grpSpPr>
      <p:pic>
        <p:nvPicPr>
          <p:cNvPr id="216" name="Google Shape;341;p35" descr=""/>
          <p:cNvPicPr/>
          <p:nvPr/>
        </p:nvPicPr>
        <p:blipFill>
          <a:blip r:embed="rId2"/>
          <a:stretch/>
        </p:blipFill>
        <p:spPr>
          <a:xfrm rot="3883200">
            <a:off x="6949440" y="2701080"/>
            <a:ext cx="2568600" cy="1473840"/>
          </a:xfrm>
          <a:prstGeom prst="rect">
            <a:avLst/>
          </a:prstGeom>
          <a:noFill/>
          <a:ln w="0">
            <a:noFill/>
          </a:ln>
        </p:spPr>
      </p:pic>
      <p:pic>
        <p:nvPicPr>
          <p:cNvPr id="217" name="Google Shape;342;p35" descr=""/>
          <p:cNvPicPr/>
          <p:nvPr/>
        </p:nvPicPr>
        <p:blipFill>
          <a:blip r:embed="rId3"/>
          <a:stretch/>
        </p:blipFill>
        <p:spPr>
          <a:xfrm>
            <a:off x="8070120" y="824040"/>
            <a:ext cx="1840680" cy="1782360"/>
          </a:xfrm>
          <a:prstGeom prst="rect">
            <a:avLst/>
          </a:prstGeom>
          <a:noFill/>
          <a:ln w="0">
            <a:noFill/>
          </a:ln>
        </p:spPr>
      </p:pic>
      <p:pic>
        <p:nvPicPr>
          <p:cNvPr id="218" name="Google Shape;343;p35" descr=""/>
          <p:cNvPicPr/>
          <p:nvPr/>
        </p:nvPicPr>
        <p:blipFill>
          <a:blip r:embed="rId4"/>
          <a:stretch/>
        </p:blipFill>
        <p:spPr>
          <a:xfrm rot="19960800">
            <a:off x="8218800" y="3060720"/>
            <a:ext cx="1733400" cy="3947040"/>
          </a:xfrm>
          <a:prstGeom prst="rect">
            <a:avLst/>
          </a:prstGeom>
          <a:noFill/>
          <a:ln w="0">
            <a:noFill/>
          </a:ln>
        </p:spPr>
      </p:pic>
      <p:pic>
        <p:nvPicPr>
          <p:cNvPr id="219" name="Google Shape;344;p35" descr=""/>
          <p:cNvPicPr/>
          <p:nvPr/>
        </p:nvPicPr>
        <p:blipFill>
          <a:blip r:embed="rId5"/>
          <a:stretch/>
        </p:blipFill>
        <p:spPr>
          <a:xfrm rot="5400000">
            <a:off x="5587560" y="3103560"/>
            <a:ext cx="1947240" cy="1885320"/>
          </a:xfrm>
          <a:prstGeom prst="rect">
            <a:avLst/>
          </a:prstGeom>
          <a:noFill/>
          <a:ln w="0">
            <a:noFill/>
          </a:ln>
        </p:spPr>
      </p:pic>
      <p:pic>
        <p:nvPicPr>
          <p:cNvPr id="220" name="Google Shape;345;p35" descr=""/>
          <p:cNvPicPr/>
          <p:nvPr/>
        </p:nvPicPr>
        <p:blipFill>
          <a:blip r:embed="rId6"/>
          <a:stretch/>
        </p:blipFill>
        <p:spPr>
          <a:xfrm rot="10800000">
            <a:off x="5851080" y="-815400"/>
            <a:ext cx="2927160" cy="2270880"/>
          </a:xfrm>
          <a:prstGeom prst="rect">
            <a:avLst/>
          </a:prstGeom>
          <a:noFill/>
          <a:ln w="0">
            <a:noFill/>
          </a:ln>
        </p:spPr>
      </p:pic>
      <p:pic>
        <p:nvPicPr>
          <p:cNvPr id="221" name="Google Shape;346;p35" descr=""/>
          <p:cNvPicPr/>
          <p:nvPr/>
        </p:nvPicPr>
        <p:blipFill>
          <a:blip r:embed="rId7"/>
          <a:stretch/>
        </p:blipFill>
        <p:spPr>
          <a:xfrm rot="7597200">
            <a:off x="5367600" y="1429920"/>
            <a:ext cx="2386440" cy="4381200"/>
          </a:xfrm>
          <a:prstGeom prst="rect">
            <a:avLst/>
          </a:prstGeom>
          <a:noFill/>
          <a:ln w="0">
            <a:noFill/>
          </a:ln>
        </p:spPr>
      </p:pic>
      <p:sp>
        <p:nvSpPr>
          <p:cNvPr id="222" name="PlaceHolder 1"/>
          <p:cNvSpPr>
            <a:spLocks noGrp="1"/>
          </p:cNvSpPr>
          <p:nvPr>
            <p:ph type="title"/>
          </p:nvPr>
        </p:nvSpPr>
        <p:spPr>
          <a:xfrm>
            <a:off x="713160" y="1581120"/>
            <a:ext cx="4436640" cy="1406520"/>
          </a:xfrm>
          <a:prstGeom prst="rect">
            <a:avLst/>
          </a:prstGeom>
          <a:noFill/>
          <a:ln w="0">
            <a:noFill/>
          </a:ln>
        </p:spPr>
        <p:txBody>
          <a:bodyPr lIns="91440" rIns="91440" tIns="91440" bIns="91440" anchor="t">
            <a:noAutofit/>
          </a:bodyPr>
          <a:p>
            <a:pPr indent="0">
              <a:lnSpc>
                <a:spcPct val="100000"/>
              </a:lnSpc>
              <a:buNone/>
            </a:pPr>
            <a:r>
              <a:rPr b="0" lang="fr-FR" sz="9600" strike="noStrike" u="none">
                <a:solidFill>
                  <a:schemeClr val="dk1"/>
                </a:solidFill>
                <a:effectLst/>
                <a:uFillTx/>
                <a:latin typeface="DM Serif Display"/>
                <a:ea typeface="DM Serif Display"/>
              </a:rPr>
              <a:t>xx%</a:t>
            </a:r>
            <a:endParaRPr b="0" lang="fr-FR" sz="9600" strike="noStrike" u="none">
              <a:solidFill>
                <a:schemeClr val="dk1"/>
              </a:solidFill>
              <a:effectLst/>
              <a:uFillTx/>
              <a:latin typeface="Arial"/>
            </a:endParaRPr>
          </a:p>
        </p:txBody>
      </p:sp>
      <p:sp>
        <p:nvSpPr>
          <p:cNvPr id="223" name="PlaceHolder 2"/>
          <p:cNvSpPr>
            <a:spLocks noGrp="1"/>
          </p:cNvSpPr>
          <p:nvPr>
            <p:ph type="body"/>
          </p:nvPr>
        </p:nvSpPr>
        <p:spPr>
          <a:xfrm>
            <a:off x="713160" y="3072600"/>
            <a:ext cx="4436640" cy="4892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600" strike="noStrike" u="none">
                <a:solidFill>
                  <a:srgbClr val="000000"/>
                </a:solidFill>
                <a:effectLst/>
                <a:uFillTx/>
                <a:latin typeface="Arial"/>
              </a:rPr>
              <a:t>Click to edit the outline text format</a:t>
            </a:r>
            <a:endParaRPr b="0" lang="fr-FR" sz="16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600" strike="noStrike" u="none">
                <a:solidFill>
                  <a:srgbClr val="000000"/>
                </a:solidFill>
                <a:effectLst/>
                <a:uFillTx/>
                <a:latin typeface="Arial"/>
              </a:rPr>
              <a:t>Second Outline Level</a:t>
            </a:r>
            <a:endParaRPr b="0" lang="fr-FR" sz="16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600" strike="noStrike" u="none">
                <a:solidFill>
                  <a:srgbClr val="000000"/>
                </a:solidFill>
                <a:effectLst/>
                <a:uFillTx/>
                <a:latin typeface="Arial"/>
              </a:rPr>
              <a:t>Third Outline Level</a:t>
            </a:r>
            <a:endParaRPr b="0" lang="fr-FR" sz="16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600" strike="noStrike" u="none">
                <a:solidFill>
                  <a:srgbClr val="000000"/>
                </a:solidFill>
                <a:effectLst/>
                <a:uFillTx/>
                <a:latin typeface="Arial"/>
              </a:rPr>
              <a:t>Fourth Outline Level</a:t>
            </a:r>
            <a:endParaRPr b="0" lang="fr-FR" sz="16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Fifth Outline Level</a:t>
            </a:r>
            <a:endParaRPr b="0" lang="fr-FR" sz="16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Sixth Outline Level</a:t>
            </a:r>
            <a:endParaRPr b="0" lang="fr-FR" sz="16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Seventh Outline Level</a:t>
            </a:r>
            <a:endParaRPr b="0" lang="fr-FR" sz="1600" strike="noStrike" u="none">
              <a:solidFill>
                <a:srgbClr val="000000"/>
              </a:solidFill>
              <a:effectLst/>
              <a:uFillTx/>
              <a:latin typeface="Arial"/>
            </a:endParaRPr>
          </a:p>
        </p:txBody>
      </p:sp>
      <p:pic>
        <p:nvPicPr>
          <p:cNvPr id="224" name="Google Shape;349;p35" descr=""/>
          <p:cNvPicPr/>
          <p:nvPr/>
        </p:nvPicPr>
        <p:blipFill>
          <a:blip r:embed="rId8"/>
          <a:stretch/>
        </p:blipFill>
        <p:spPr>
          <a:xfrm rot="18705000">
            <a:off x="5600160" y="-716760"/>
            <a:ext cx="1733400" cy="3947040"/>
          </a:xfrm>
          <a:prstGeom prst="rect">
            <a:avLst/>
          </a:prstGeom>
          <a:noFill/>
          <a:ln w="0">
            <a:noFill/>
          </a:ln>
        </p:spPr>
      </p:pic>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9">
    <p:bg>
      <p:bgPr>
        <a:solidFill>
          <a:schemeClr val="lt1"/>
        </a:solidFill>
      </p:bgPr>
    </p:bg>
    <p:spTree>
      <p:nvGrpSpPr>
        <p:cNvPr id="1" name=""/>
        <p:cNvGrpSpPr/>
        <p:nvPr/>
      </p:nvGrpSpPr>
      <p:grpSpPr>
        <a:xfrm>
          <a:off x="0" y="0"/>
          <a:ext cx="0" cy="0"/>
          <a:chOff x="0" y="0"/>
          <a:chExt cx="0" cy="0"/>
        </a:xfrm>
      </p:grpSpPr>
      <p:sp>
        <p:nvSpPr>
          <p:cNvPr id="225" name="PlaceHolder 1"/>
          <p:cNvSpPr>
            <a:spLocks noGrp="1"/>
          </p:cNvSpPr>
          <p:nvPr>
            <p:ph type="title"/>
          </p:nvPr>
        </p:nvSpPr>
        <p:spPr>
          <a:xfrm>
            <a:off x="1961280" y="2057400"/>
            <a:ext cx="5220720" cy="60156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226" name="PlaceHolder 2"/>
          <p:cNvSpPr>
            <a:spLocks noGrp="1"/>
          </p:cNvSpPr>
          <p:nvPr>
            <p:ph type="body"/>
          </p:nvPr>
        </p:nvSpPr>
        <p:spPr>
          <a:xfrm>
            <a:off x="1961280" y="2718000"/>
            <a:ext cx="5220720" cy="143460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600" strike="noStrike" u="none">
                <a:solidFill>
                  <a:srgbClr val="000000"/>
                </a:solidFill>
                <a:effectLst/>
                <a:uFillTx/>
                <a:latin typeface="Arial"/>
              </a:rPr>
              <a:t>Click to edit the outline text format</a:t>
            </a:r>
            <a:endParaRPr b="0" lang="fr-FR" sz="16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600" strike="noStrike" u="none">
                <a:solidFill>
                  <a:srgbClr val="000000"/>
                </a:solidFill>
                <a:effectLst/>
                <a:uFillTx/>
                <a:latin typeface="Arial"/>
              </a:rPr>
              <a:t>Second Outline Level</a:t>
            </a:r>
            <a:endParaRPr b="0" lang="fr-FR" sz="16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600" strike="noStrike" u="none">
                <a:solidFill>
                  <a:srgbClr val="000000"/>
                </a:solidFill>
                <a:effectLst/>
                <a:uFillTx/>
                <a:latin typeface="Arial"/>
              </a:rPr>
              <a:t>Third Outline Level</a:t>
            </a:r>
            <a:endParaRPr b="0" lang="fr-FR" sz="16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600" strike="noStrike" u="none">
                <a:solidFill>
                  <a:srgbClr val="000000"/>
                </a:solidFill>
                <a:effectLst/>
                <a:uFillTx/>
                <a:latin typeface="Arial"/>
              </a:rPr>
              <a:t>Fourth Outline Level</a:t>
            </a:r>
            <a:endParaRPr b="0" lang="fr-FR" sz="16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Fifth Outline Level</a:t>
            </a:r>
            <a:endParaRPr b="0" lang="fr-FR" sz="16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Sixth Outline Level</a:t>
            </a:r>
            <a:endParaRPr b="0" lang="fr-FR" sz="16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Seventh Outline Level</a:t>
            </a:r>
            <a:endParaRPr b="0" lang="fr-FR" sz="1600" strike="noStrike" u="none">
              <a:solidFill>
                <a:srgbClr val="000000"/>
              </a:solidFill>
              <a:effectLst/>
              <a:uFillTx/>
              <a:latin typeface="Arial"/>
            </a:endParaRPr>
          </a:p>
        </p:txBody>
      </p:sp>
      <p:pic>
        <p:nvPicPr>
          <p:cNvPr id="227" name="Google Shape;353;p36" descr=""/>
          <p:cNvPicPr/>
          <p:nvPr/>
        </p:nvPicPr>
        <p:blipFill>
          <a:blip r:embed="rId2"/>
          <a:stretch/>
        </p:blipFill>
        <p:spPr>
          <a:xfrm rot="5400000">
            <a:off x="7175520" y="3103560"/>
            <a:ext cx="1947240" cy="1885320"/>
          </a:xfrm>
          <a:prstGeom prst="rect">
            <a:avLst/>
          </a:prstGeom>
          <a:noFill/>
          <a:ln w="0">
            <a:noFill/>
          </a:ln>
        </p:spPr>
      </p:pic>
      <p:pic>
        <p:nvPicPr>
          <p:cNvPr id="228" name="Google Shape;354;p36" descr=""/>
          <p:cNvPicPr/>
          <p:nvPr/>
        </p:nvPicPr>
        <p:blipFill>
          <a:blip r:embed="rId3"/>
          <a:stretch/>
        </p:blipFill>
        <p:spPr>
          <a:xfrm rot="10800000">
            <a:off x="7439400" y="-815400"/>
            <a:ext cx="2927160" cy="2270880"/>
          </a:xfrm>
          <a:prstGeom prst="rect">
            <a:avLst/>
          </a:prstGeom>
          <a:noFill/>
          <a:ln w="0">
            <a:noFill/>
          </a:ln>
        </p:spPr>
      </p:pic>
      <p:pic>
        <p:nvPicPr>
          <p:cNvPr id="229" name="Google Shape;355;p36" descr=""/>
          <p:cNvPicPr/>
          <p:nvPr/>
        </p:nvPicPr>
        <p:blipFill>
          <a:blip r:embed="rId4"/>
          <a:stretch/>
        </p:blipFill>
        <p:spPr>
          <a:xfrm rot="7597200">
            <a:off x="6955560" y="1429920"/>
            <a:ext cx="2386440" cy="4381200"/>
          </a:xfrm>
          <a:prstGeom prst="rect">
            <a:avLst/>
          </a:prstGeom>
          <a:noFill/>
          <a:ln w="0">
            <a:noFill/>
          </a:ln>
        </p:spPr>
      </p:pic>
      <p:pic>
        <p:nvPicPr>
          <p:cNvPr id="230" name="Google Shape;356;p36" descr=""/>
          <p:cNvPicPr/>
          <p:nvPr/>
        </p:nvPicPr>
        <p:blipFill>
          <a:blip r:embed="rId5"/>
          <a:stretch/>
        </p:blipFill>
        <p:spPr>
          <a:xfrm rot="18705000">
            <a:off x="7188120" y="-716760"/>
            <a:ext cx="1733400" cy="3947040"/>
          </a:xfrm>
          <a:prstGeom prst="rect">
            <a:avLst/>
          </a:prstGeom>
          <a:noFill/>
          <a:ln w="0">
            <a:noFill/>
          </a:ln>
        </p:spPr>
      </p:pic>
      <p:pic>
        <p:nvPicPr>
          <p:cNvPr id="231" name="Google Shape;357;p36" descr=""/>
          <p:cNvPicPr/>
          <p:nvPr/>
        </p:nvPicPr>
        <p:blipFill>
          <a:blip r:embed="rId6"/>
          <a:stretch/>
        </p:blipFill>
        <p:spPr>
          <a:xfrm rot="3883200">
            <a:off x="209160" y="2630520"/>
            <a:ext cx="2568600" cy="1473840"/>
          </a:xfrm>
          <a:prstGeom prst="rect">
            <a:avLst/>
          </a:prstGeom>
          <a:noFill/>
          <a:ln w="0">
            <a:noFill/>
          </a:ln>
        </p:spPr>
      </p:pic>
      <p:pic>
        <p:nvPicPr>
          <p:cNvPr id="232" name="Google Shape;358;p36" descr=""/>
          <p:cNvPicPr/>
          <p:nvPr/>
        </p:nvPicPr>
        <p:blipFill>
          <a:blip r:embed="rId7"/>
          <a:stretch/>
        </p:blipFill>
        <p:spPr>
          <a:xfrm rot="5400000">
            <a:off x="-1153080" y="3033000"/>
            <a:ext cx="1947240" cy="1885320"/>
          </a:xfrm>
          <a:prstGeom prst="rect">
            <a:avLst/>
          </a:prstGeom>
          <a:noFill/>
          <a:ln w="0">
            <a:noFill/>
          </a:ln>
        </p:spPr>
      </p:pic>
      <p:pic>
        <p:nvPicPr>
          <p:cNvPr id="233" name="Google Shape;359;p36" descr=""/>
          <p:cNvPicPr/>
          <p:nvPr/>
        </p:nvPicPr>
        <p:blipFill>
          <a:blip r:embed="rId8"/>
          <a:stretch/>
        </p:blipFill>
        <p:spPr>
          <a:xfrm rot="10800000">
            <a:off x="-889560" y="-886320"/>
            <a:ext cx="2927160" cy="2270880"/>
          </a:xfrm>
          <a:prstGeom prst="rect">
            <a:avLst/>
          </a:prstGeom>
          <a:noFill/>
          <a:ln w="0">
            <a:noFill/>
          </a:ln>
        </p:spPr>
      </p:pic>
      <p:pic>
        <p:nvPicPr>
          <p:cNvPr id="234" name="Google Shape;360;p36" descr=""/>
          <p:cNvPicPr/>
          <p:nvPr/>
        </p:nvPicPr>
        <p:blipFill>
          <a:blip r:embed="rId9"/>
          <a:stretch/>
        </p:blipFill>
        <p:spPr>
          <a:xfrm rot="7597200">
            <a:off x="-1372680" y="1359360"/>
            <a:ext cx="2386440" cy="4381200"/>
          </a:xfrm>
          <a:prstGeom prst="rect">
            <a:avLst/>
          </a:prstGeom>
          <a:noFill/>
          <a:ln w="0">
            <a:noFill/>
          </a:ln>
        </p:spPr>
      </p:pic>
      <p:pic>
        <p:nvPicPr>
          <p:cNvPr id="235" name="Google Shape;361;p36" descr=""/>
          <p:cNvPicPr/>
          <p:nvPr/>
        </p:nvPicPr>
        <p:blipFill>
          <a:blip r:embed="rId10"/>
          <a:stretch/>
        </p:blipFill>
        <p:spPr>
          <a:xfrm rot="18705000">
            <a:off x="-1140120" y="-787680"/>
            <a:ext cx="1733400" cy="3947040"/>
          </a:xfrm>
          <a:prstGeom prst="rect">
            <a:avLst/>
          </a:prstGeom>
          <a:noFill/>
          <a:ln w="0">
            <a:noFill/>
          </a:ln>
        </p:spPr>
      </p:pic>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lt1"/>
        </a:solidFill>
      </p:bgPr>
    </p:bg>
    <p:spTree>
      <p:nvGrpSpPr>
        <p:cNvPr id="1" name=""/>
        <p:cNvGrpSpPr/>
        <p:nvPr/>
      </p:nvGrpSpPr>
      <p:grpSpPr>
        <a:xfrm>
          <a:off x="0" y="0"/>
          <a:ext cx="0" cy="0"/>
          <a:chOff x="0" y="0"/>
          <a:chExt cx="0" cy="0"/>
        </a:xfrm>
      </p:grpSpPr>
      <p:sp>
        <p:nvSpPr>
          <p:cNvPr id="236" name="PlaceHolder 1"/>
          <p:cNvSpPr>
            <a:spLocks noGrp="1"/>
          </p:cNvSpPr>
          <p:nvPr>
            <p:ph type="title"/>
          </p:nvPr>
        </p:nvSpPr>
        <p:spPr>
          <a:xfrm>
            <a:off x="796680" y="1794600"/>
            <a:ext cx="2394720" cy="488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237" name="PlaceHolder 2"/>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238" name="PlaceHolder 3"/>
          <p:cNvSpPr>
            <a:spLocks noGrp="1"/>
          </p:cNvSpPr>
          <p:nvPr>
            <p:ph type="title"/>
          </p:nvPr>
        </p:nvSpPr>
        <p:spPr>
          <a:xfrm>
            <a:off x="3374640" y="1794600"/>
            <a:ext cx="2394720" cy="488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239" name="PlaceHolder 4"/>
          <p:cNvSpPr>
            <a:spLocks noGrp="1"/>
          </p:cNvSpPr>
          <p:nvPr>
            <p:ph type="title"/>
          </p:nvPr>
        </p:nvSpPr>
        <p:spPr>
          <a:xfrm>
            <a:off x="796680" y="3472560"/>
            <a:ext cx="2394720" cy="488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240" name="PlaceHolder 5"/>
          <p:cNvSpPr>
            <a:spLocks noGrp="1"/>
          </p:cNvSpPr>
          <p:nvPr>
            <p:ph type="title"/>
          </p:nvPr>
        </p:nvSpPr>
        <p:spPr>
          <a:xfrm>
            <a:off x="3374640" y="3472560"/>
            <a:ext cx="2394720" cy="488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241" name="PlaceHolder 6"/>
          <p:cNvSpPr>
            <a:spLocks noGrp="1"/>
          </p:cNvSpPr>
          <p:nvPr>
            <p:ph type="title"/>
          </p:nvPr>
        </p:nvSpPr>
        <p:spPr>
          <a:xfrm>
            <a:off x="5952240" y="1794600"/>
            <a:ext cx="2394720" cy="488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242" name="PlaceHolder 7"/>
          <p:cNvSpPr>
            <a:spLocks noGrp="1"/>
          </p:cNvSpPr>
          <p:nvPr>
            <p:ph type="title"/>
          </p:nvPr>
        </p:nvSpPr>
        <p:spPr>
          <a:xfrm>
            <a:off x="5952240" y="3472560"/>
            <a:ext cx="2394720" cy="488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pic>
        <p:nvPicPr>
          <p:cNvPr id="243" name="Google Shape;376;p37" descr=""/>
          <p:cNvPicPr/>
          <p:nvPr/>
        </p:nvPicPr>
        <p:blipFill>
          <a:blip r:embed="rId2"/>
          <a:stretch/>
        </p:blipFill>
        <p:spPr>
          <a:xfrm rot="11540400">
            <a:off x="-249840" y="191520"/>
            <a:ext cx="1320480" cy="3203280"/>
          </a:xfrm>
          <a:prstGeom prst="rect">
            <a:avLst/>
          </a:prstGeom>
          <a:noFill/>
          <a:ln w="0">
            <a:noFill/>
          </a:ln>
        </p:spPr>
      </p:pic>
      <p:pic>
        <p:nvPicPr>
          <p:cNvPr id="244" name="Google Shape;377;p37" descr=""/>
          <p:cNvPicPr/>
          <p:nvPr/>
        </p:nvPicPr>
        <p:blipFill>
          <a:blip r:embed="rId3"/>
          <a:stretch/>
        </p:blipFill>
        <p:spPr>
          <a:xfrm flipH="1" rot="5400000">
            <a:off x="-326520" y="-98640"/>
            <a:ext cx="1179000" cy="1527840"/>
          </a:xfrm>
          <a:prstGeom prst="rect">
            <a:avLst/>
          </a:prstGeom>
          <a:noFill/>
          <a:ln w="0">
            <a:noFill/>
          </a:ln>
        </p:spPr>
      </p:pic>
      <p:pic>
        <p:nvPicPr>
          <p:cNvPr id="245" name="Google Shape;378;p37" descr=""/>
          <p:cNvPicPr/>
          <p:nvPr/>
        </p:nvPicPr>
        <p:blipFill>
          <a:blip r:embed="rId4"/>
          <a:stretch/>
        </p:blipFill>
        <p:spPr>
          <a:xfrm>
            <a:off x="7977960" y="2558880"/>
            <a:ext cx="1796040" cy="4089960"/>
          </a:xfrm>
          <a:prstGeom prst="rect">
            <a:avLst/>
          </a:prstGeom>
          <a:noFill/>
          <a:ln w="0">
            <a:noFill/>
          </a:ln>
        </p:spPr>
      </p:pic>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bg>
      <p:bgPr>
        <a:solidFill>
          <a:schemeClr val="lt1"/>
        </a:solidFill>
      </p:bgPr>
    </p:bg>
    <p:spTree>
      <p:nvGrpSpPr>
        <p:cNvPr id="1" name=""/>
        <p:cNvGrpSpPr/>
        <p:nvPr/>
      </p:nvGrpSpPr>
      <p:grpSpPr>
        <a:xfrm>
          <a:off x="0" y="0"/>
          <a:ext cx="0" cy="0"/>
          <a:chOff x="0" y="0"/>
          <a:chExt cx="0" cy="0"/>
        </a:xfrm>
      </p:grpSpPr>
      <p:sp>
        <p:nvSpPr>
          <p:cNvPr id="246" name="PlaceHolder 1"/>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pic>
        <p:nvPicPr>
          <p:cNvPr id="247" name="Google Shape;382;p38" descr=""/>
          <p:cNvPicPr/>
          <p:nvPr/>
        </p:nvPicPr>
        <p:blipFill>
          <a:blip r:embed="rId2"/>
          <a:stretch/>
        </p:blipFill>
        <p:spPr>
          <a:xfrm flipH="1" rot="17716800">
            <a:off x="182880" y="3147840"/>
            <a:ext cx="2309760" cy="1325160"/>
          </a:xfrm>
          <a:prstGeom prst="rect">
            <a:avLst/>
          </a:prstGeom>
          <a:noFill/>
          <a:ln w="0">
            <a:noFill/>
          </a:ln>
        </p:spPr>
      </p:pic>
      <p:pic>
        <p:nvPicPr>
          <p:cNvPr id="248" name="Google Shape;383;p38" descr=""/>
          <p:cNvPicPr/>
          <p:nvPr/>
        </p:nvPicPr>
        <p:blipFill>
          <a:blip r:embed="rId3"/>
          <a:stretch/>
        </p:blipFill>
        <p:spPr>
          <a:xfrm flipH="1">
            <a:off x="83880" y="1801440"/>
            <a:ext cx="1654920" cy="1602360"/>
          </a:xfrm>
          <a:prstGeom prst="rect">
            <a:avLst/>
          </a:prstGeom>
          <a:noFill/>
          <a:ln w="0">
            <a:noFill/>
          </a:ln>
        </p:spPr>
      </p:pic>
      <p:pic>
        <p:nvPicPr>
          <p:cNvPr id="249" name="Google Shape;384;p38" descr=""/>
          <p:cNvPicPr/>
          <p:nvPr/>
        </p:nvPicPr>
        <p:blipFill>
          <a:blip r:embed="rId4"/>
          <a:stretch/>
        </p:blipFill>
        <p:spPr>
          <a:xfrm flipH="1" rot="1639200">
            <a:off x="-111600" y="-148320"/>
            <a:ext cx="1733400" cy="3947040"/>
          </a:xfrm>
          <a:prstGeom prst="rect">
            <a:avLst/>
          </a:prstGeom>
          <a:noFill/>
          <a:ln w="0">
            <a:noFill/>
          </a:ln>
        </p:spPr>
      </p:pic>
      <p:pic>
        <p:nvPicPr>
          <p:cNvPr id="250" name="Google Shape;385;p38" descr=""/>
          <p:cNvPicPr/>
          <p:nvPr/>
        </p:nvPicPr>
        <p:blipFill>
          <a:blip r:embed="rId5"/>
          <a:stretch/>
        </p:blipFill>
        <p:spPr>
          <a:xfrm flipH="1" rot="6057600">
            <a:off x="7202160" y="1933920"/>
            <a:ext cx="1840680" cy="1699560"/>
          </a:xfrm>
          <a:prstGeom prst="rect">
            <a:avLst/>
          </a:prstGeom>
          <a:noFill/>
          <a:ln w="0">
            <a:noFill/>
          </a:ln>
        </p:spPr>
      </p:pic>
      <p:pic>
        <p:nvPicPr>
          <p:cNvPr id="251" name="Google Shape;386;p38" descr=""/>
          <p:cNvPicPr/>
          <p:nvPr/>
        </p:nvPicPr>
        <p:blipFill>
          <a:blip r:embed="rId6"/>
          <a:stretch/>
        </p:blipFill>
        <p:spPr>
          <a:xfrm>
            <a:off x="6602400" y="1217520"/>
            <a:ext cx="2386440" cy="4381200"/>
          </a:xfrm>
          <a:prstGeom prst="rect">
            <a:avLst/>
          </a:prstGeom>
          <a:noFill/>
          <a:ln w="0">
            <a:noFill/>
          </a:ln>
        </p:spPr>
      </p:pic>
      <p:sp>
        <p:nvSpPr>
          <p:cNvPr id="25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1">
    <p:bg>
      <p:bgPr>
        <a:solidFill>
          <a:schemeClr val="lt1"/>
        </a:solidFill>
      </p:bgPr>
    </p:bg>
    <p:spTree>
      <p:nvGrpSpPr>
        <p:cNvPr id="1" name=""/>
        <p:cNvGrpSpPr/>
        <p:nvPr/>
      </p:nvGrpSpPr>
      <p:grpSpPr>
        <a:xfrm>
          <a:off x="0" y="0"/>
          <a:ext cx="0" cy="0"/>
          <a:chOff x="0" y="0"/>
          <a:chExt cx="0" cy="0"/>
        </a:xfrm>
      </p:grpSpPr>
      <p:sp>
        <p:nvSpPr>
          <p:cNvPr id="253" name="PlaceHolder 1"/>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pic>
        <p:nvPicPr>
          <p:cNvPr id="254" name="Google Shape;390;p39" descr=""/>
          <p:cNvPicPr/>
          <p:nvPr/>
        </p:nvPicPr>
        <p:blipFill>
          <a:blip r:embed="rId2"/>
          <a:stretch/>
        </p:blipFill>
        <p:spPr>
          <a:xfrm rot="9160800">
            <a:off x="7533720" y="-626400"/>
            <a:ext cx="2001960" cy="4559040"/>
          </a:xfrm>
          <a:prstGeom prst="rect">
            <a:avLst/>
          </a:prstGeom>
          <a:noFill/>
          <a:ln w="0">
            <a:noFill/>
          </a:ln>
        </p:spPr>
      </p:pic>
      <p:pic>
        <p:nvPicPr>
          <p:cNvPr id="255" name="Google Shape;391;p39" descr=""/>
          <p:cNvPicPr/>
          <p:nvPr/>
        </p:nvPicPr>
        <p:blipFill>
          <a:blip r:embed="rId3"/>
          <a:stretch/>
        </p:blipFill>
        <p:spPr>
          <a:xfrm rot="12740400">
            <a:off x="-1145880" y="1931760"/>
            <a:ext cx="2568600" cy="1473840"/>
          </a:xfrm>
          <a:prstGeom prst="rect">
            <a:avLst/>
          </a:prstGeom>
          <a:noFill/>
          <a:ln w="0">
            <a:noFill/>
          </a:ln>
        </p:spPr>
      </p:pic>
      <p:pic>
        <p:nvPicPr>
          <p:cNvPr id="256" name="Google Shape;392;p39" descr=""/>
          <p:cNvPicPr/>
          <p:nvPr/>
        </p:nvPicPr>
        <p:blipFill>
          <a:blip r:embed="rId4"/>
          <a:stretch/>
        </p:blipFill>
        <p:spPr>
          <a:xfrm rot="16200000">
            <a:off x="31320" y="1470240"/>
            <a:ext cx="1392840" cy="1348920"/>
          </a:xfrm>
          <a:prstGeom prst="rect">
            <a:avLst/>
          </a:prstGeom>
          <a:noFill/>
          <a:ln w="0">
            <a:noFill/>
          </a:ln>
        </p:spPr>
      </p:pic>
      <p:pic>
        <p:nvPicPr>
          <p:cNvPr id="257" name="Google Shape;393;p39" descr=""/>
          <p:cNvPicPr/>
          <p:nvPr/>
        </p:nvPicPr>
        <p:blipFill>
          <a:blip r:embed="rId5"/>
          <a:stretch/>
        </p:blipFill>
        <p:spPr>
          <a:xfrm rot="16200000">
            <a:off x="-1511640" y="3484080"/>
            <a:ext cx="4007880" cy="2873520"/>
          </a:xfrm>
          <a:prstGeom prst="rect">
            <a:avLst/>
          </a:prstGeom>
          <a:noFill/>
          <a:ln w="0">
            <a:noFill/>
          </a:ln>
        </p:spPr>
      </p:pic>
      <p:pic>
        <p:nvPicPr>
          <p:cNvPr id="258" name="Google Shape;394;p39" descr=""/>
          <p:cNvPicPr/>
          <p:nvPr/>
        </p:nvPicPr>
        <p:blipFill>
          <a:blip r:embed="rId6"/>
          <a:stretch/>
        </p:blipFill>
        <p:spPr>
          <a:xfrm rot="10134600">
            <a:off x="8170920" y="1157040"/>
            <a:ext cx="1923840" cy="4667040"/>
          </a:xfrm>
          <a:prstGeom prst="rect">
            <a:avLst/>
          </a:prstGeom>
          <a:noFill/>
          <a:ln w="0">
            <a:noFill/>
          </a:ln>
        </p:spPr>
      </p:pic>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1_1">
    <p:bg>
      <p:bgPr>
        <a:solidFill>
          <a:schemeClr val="lt1"/>
        </a:solidFill>
      </p:bgPr>
    </p:bg>
    <p:spTree>
      <p:nvGrpSpPr>
        <p:cNvPr id="1" name=""/>
        <p:cNvGrpSpPr/>
        <p:nvPr/>
      </p:nvGrpSpPr>
      <p:grpSpPr>
        <a:xfrm>
          <a:off x="0" y="0"/>
          <a:ext cx="0" cy="0"/>
          <a:chOff x="0" y="0"/>
          <a:chExt cx="0" cy="0"/>
        </a:xfrm>
      </p:grpSpPr>
      <p:sp>
        <p:nvSpPr>
          <p:cNvPr id="259" name="PlaceHolder 1"/>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pic>
        <p:nvPicPr>
          <p:cNvPr id="260" name="Google Shape;398;p40" descr=""/>
          <p:cNvPicPr/>
          <p:nvPr/>
        </p:nvPicPr>
        <p:blipFill>
          <a:blip r:embed="rId2"/>
          <a:stretch/>
        </p:blipFill>
        <p:spPr>
          <a:xfrm flipH="1" rot="665400">
            <a:off x="7580160" y="1446840"/>
            <a:ext cx="1491840" cy="3619440"/>
          </a:xfrm>
          <a:prstGeom prst="rect">
            <a:avLst/>
          </a:prstGeom>
          <a:noFill/>
          <a:ln w="0">
            <a:noFill/>
          </a:ln>
        </p:spPr>
      </p:pic>
      <p:pic>
        <p:nvPicPr>
          <p:cNvPr id="261" name="Google Shape;399;p40" descr=""/>
          <p:cNvPicPr/>
          <p:nvPr/>
        </p:nvPicPr>
        <p:blipFill>
          <a:blip r:embed="rId3"/>
          <a:stretch/>
        </p:blipFill>
        <p:spPr>
          <a:xfrm rot="358800">
            <a:off x="-795960" y="377280"/>
            <a:ext cx="2001960" cy="4559040"/>
          </a:xfrm>
          <a:prstGeom prst="rect">
            <a:avLst/>
          </a:prstGeom>
          <a:noFill/>
          <a:ln w="0">
            <a:noFill/>
          </a:ln>
        </p:spPr>
      </p:pic>
      <p:pic>
        <p:nvPicPr>
          <p:cNvPr id="262" name="Google Shape;400;p40" descr=""/>
          <p:cNvPicPr/>
          <p:nvPr/>
        </p:nvPicPr>
        <p:blipFill>
          <a:blip r:embed="rId4"/>
          <a:stretch/>
        </p:blipFill>
        <p:spPr>
          <a:xfrm>
            <a:off x="7491960" y="222480"/>
            <a:ext cx="2386440" cy="4381200"/>
          </a:xfrm>
          <a:prstGeom prst="rect">
            <a:avLst/>
          </a:prstGeom>
          <a:noFill/>
          <a:ln w="0">
            <a:noFill/>
          </a:ln>
        </p:spPr>
      </p:pic>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263" name="PlaceHolder 1"/>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264" name="PlaceHolder 2"/>
          <p:cNvSpPr>
            <a:spLocks noGrp="1"/>
          </p:cNvSpPr>
          <p:nvPr>
            <p:ph type="body"/>
          </p:nvPr>
        </p:nvSpPr>
        <p:spPr>
          <a:xfrm>
            <a:off x="783360" y="3405960"/>
            <a:ext cx="3556080" cy="91512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600" strike="noStrike" u="none">
                <a:solidFill>
                  <a:srgbClr val="000000"/>
                </a:solidFill>
                <a:effectLst/>
                <a:uFillTx/>
                <a:latin typeface="Arial"/>
              </a:rPr>
              <a:t>Click to edit the outline text format</a:t>
            </a:r>
            <a:endParaRPr b="0" lang="fr-FR" sz="16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600" strike="noStrike" u="none">
                <a:solidFill>
                  <a:srgbClr val="000000"/>
                </a:solidFill>
                <a:effectLst/>
                <a:uFillTx/>
                <a:latin typeface="Arial"/>
              </a:rPr>
              <a:t>Second Outline Level</a:t>
            </a:r>
            <a:endParaRPr b="0" lang="fr-FR" sz="16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600" strike="noStrike" u="none">
                <a:solidFill>
                  <a:srgbClr val="000000"/>
                </a:solidFill>
                <a:effectLst/>
                <a:uFillTx/>
                <a:latin typeface="Arial"/>
              </a:rPr>
              <a:t>Third Outline Level</a:t>
            </a:r>
            <a:endParaRPr b="0" lang="fr-FR" sz="16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600" strike="noStrike" u="none">
                <a:solidFill>
                  <a:srgbClr val="000000"/>
                </a:solidFill>
                <a:effectLst/>
                <a:uFillTx/>
                <a:latin typeface="Arial"/>
              </a:rPr>
              <a:t>Fourth Outline Level</a:t>
            </a:r>
            <a:endParaRPr b="0" lang="fr-FR" sz="16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Fifth Outline Level</a:t>
            </a:r>
            <a:endParaRPr b="0" lang="fr-FR" sz="16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Sixth Outline Level</a:t>
            </a:r>
            <a:endParaRPr b="0" lang="fr-FR" sz="16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Seventh Outline Level</a:t>
            </a:r>
            <a:endParaRPr b="0" lang="fr-FR" sz="1600" strike="noStrike" u="none">
              <a:solidFill>
                <a:srgbClr val="000000"/>
              </a:solidFill>
              <a:effectLst/>
              <a:uFillTx/>
              <a:latin typeface="Arial"/>
            </a:endParaRPr>
          </a:p>
        </p:txBody>
      </p:sp>
      <p:sp>
        <p:nvSpPr>
          <p:cNvPr id="265" name="PlaceHolder 3"/>
          <p:cNvSpPr>
            <a:spLocks noGrp="1"/>
          </p:cNvSpPr>
          <p:nvPr>
            <p:ph type="body"/>
          </p:nvPr>
        </p:nvSpPr>
        <p:spPr>
          <a:xfrm>
            <a:off x="4804200" y="3405960"/>
            <a:ext cx="3556080" cy="91512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600" strike="noStrike" u="none">
                <a:solidFill>
                  <a:srgbClr val="000000"/>
                </a:solidFill>
                <a:effectLst/>
                <a:uFillTx/>
                <a:latin typeface="Arial"/>
              </a:rPr>
              <a:t>Click to edit the outline text format</a:t>
            </a:r>
            <a:endParaRPr b="0" lang="fr-FR" sz="16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600" strike="noStrike" u="none">
                <a:solidFill>
                  <a:srgbClr val="000000"/>
                </a:solidFill>
                <a:effectLst/>
                <a:uFillTx/>
                <a:latin typeface="Arial"/>
              </a:rPr>
              <a:t>Second Outline Level</a:t>
            </a:r>
            <a:endParaRPr b="0" lang="fr-FR" sz="16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600" strike="noStrike" u="none">
                <a:solidFill>
                  <a:srgbClr val="000000"/>
                </a:solidFill>
                <a:effectLst/>
                <a:uFillTx/>
                <a:latin typeface="Arial"/>
              </a:rPr>
              <a:t>Third Outline Level</a:t>
            </a:r>
            <a:endParaRPr b="0" lang="fr-FR" sz="16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600" strike="noStrike" u="none">
                <a:solidFill>
                  <a:srgbClr val="000000"/>
                </a:solidFill>
                <a:effectLst/>
                <a:uFillTx/>
                <a:latin typeface="Arial"/>
              </a:rPr>
              <a:t>Fourth Outline Level</a:t>
            </a:r>
            <a:endParaRPr b="0" lang="fr-FR" sz="16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Fifth Outline Level</a:t>
            </a:r>
            <a:endParaRPr b="0" lang="fr-FR" sz="16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Sixth Outline Level</a:t>
            </a:r>
            <a:endParaRPr b="0" lang="fr-FR" sz="16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Seventh Outline Level</a:t>
            </a:r>
            <a:endParaRPr b="0" lang="fr-FR" sz="1600" strike="noStrike" u="none">
              <a:solidFill>
                <a:srgbClr val="000000"/>
              </a:solidFill>
              <a:effectLst/>
              <a:uFillTx/>
              <a:latin typeface="Arial"/>
            </a:endParaRPr>
          </a:p>
        </p:txBody>
      </p:sp>
      <p:sp>
        <p:nvSpPr>
          <p:cNvPr id="266" name="PlaceHolder 4"/>
          <p:cNvSpPr>
            <a:spLocks noGrp="1"/>
          </p:cNvSpPr>
          <p:nvPr>
            <p:ph type="title"/>
          </p:nvPr>
        </p:nvSpPr>
        <p:spPr>
          <a:xfrm>
            <a:off x="783360" y="2994480"/>
            <a:ext cx="3556080" cy="572400"/>
          </a:xfrm>
          <a:prstGeom prst="rect">
            <a:avLst/>
          </a:prstGeom>
          <a:noFill/>
          <a:ln w="0">
            <a:noFill/>
          </a:ln>
        </p:spPr>
        <p:txBody>
          <a:bodyPr lIns="91440" rIns="91440" tIns="91440" bIns="91440" anchor="b">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267" name="PlaceHolder 5"/>
          <p:cNvSpPr>
            <a:spLocks noGrp="1"/>
          </p:cNvSpPr>
          <p:nvPr>
            <p:ph type="title"/>
          </p:nvPr>
        </p:nvSpPr>
        <p:spPr>
          <a:xfrm>
            <a:off x="4804200" y="2994480"/>
            <a:ext cx="3556080" cy="572400"/>
          </a:xfrm>
          <a:prstGeom prst="rect">
            <a:avLst/>
          </a:prstGeom>
          <a:noFill/>
          <a:ln w="0">
            <a:noFill/>
          </a:ln>
        </p:spPr>
        <p:txBody>
          <a:bodyPr lIns="91440" rIns="91440" tIns="91440" bIns="91440" anchor="b">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pic>
        <p:nvPicPr>
          <p:cNvPr id="268" name="Google Shape;38;p5" descr=""/>
          <p:cNvPicPr/>
          <p:nvPr/>
        </p:nvPicPr>
        <p:blipFill>
          <a:blip r:embed="rId2"/>
          <a:stretch/>
        </p:blipFill>
        <p:spPr>
          <a:xfrm rot="5400000">
            <a:off x="3884040" y="3124440"/>
            <a:ext cx="2191680" cy="4990680"/>
          </a:xfrm>
          <a:prstGeom prst="rect">
            <a:avLst/>
          </a:prstGeom>
          <a:noFill/>
          <a:ln w="0">
            <a:noFill/>
          </a:ln>
        </p:spPr>
      </p:pic>
      <p:pic>
        <p:nvPicPr>
          <p:cNvPr id="269" name="Google Shape;39;p5" descr=""/>
          <p:cNvPicPr/>
          <p:nvPr/>
        </p:nvPicPr>
        <p:blipFill>
          <a:blip r:embed="rId3"/>
          <a:stretch/>
        </p:blipFill>
        <p:spPr>
          <a:xfrm rot="19949400">
            <a:off x="-592200" y="1481760"/>
            <a:ext cx="1730160" cy="1597680"/>
          </a:xfrm>
          <a:prstGeom prst="rect">
            <a:avLst/>
          </a:prstGeom>
          <a:noFill/>
          <a:ln w="0">
            <a:noFill/>
          </a:ln>
        </p:spPr>
      </p:pic>
      <p:pic>
        <p:nvPicPr>
          <p:cNvPr id="270" name="Google Shape;40;p5" descr=""/>
          <p:cNvPicPr/>
          <p:nvPr/>
        </p:nvPicPr>
        <p:blipFill>
          <a:blip r:embed="rId4"/>
          <a:stretch/>
        </p:blipFill>
        <p:spPr>
          <a:xfrm rot="20101200">
            <a:off x="-1548360" y="388080"/>
            <a:ext cx="3030840" cy="2172960"/>
          </a:xfrm>
          <a:prstGeom prst="rect">
            <a:avLst/>
          </a:prstGeom>
          <a:noFill/>
          <a:ln w="0">
            <a:noFill/>
          </a:ln>
        </p:spPr>
      </p:pic>
      <p:pic>
        <p:nvPicPr>
          <p:cNvPr id="271" name="Google Shape;41;p5" descr=""/>
          <p:cNvPicPr/>
          <p:nvPr/>
        </p:nvPicPr>
        <p:blipFill>
          <a:blip r:embed="rId5"/>
          <a:stretch/>
        </p:blipFill>
        <p:spPr>
          <a:xfrm rot="5400000">
            <a:off x="7725240" y="598320"/>
            <a:ext cx="2130840" cy="1653120"/>
          </a:xfrm>
          <a:prstGeom prst="rect">
            <a:avLst/>
          </a:prstGeom>
          <a:noFill/>
          <a:ln w="0">
            <a:noFill/>
          </a:ln>
        </p:spPr>
      </p:pic>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bg>
      <p:bgPr>
        <a:solidFill>
          <a:schemeClr val="lt1"/>
        </a:solidFill>
      </p:bgPr>
    </p:bg>
    <p:spTree>
      <p:nvGrpSpPr>
        <p:cNvPr id="1" name=""/>
        <p:cNvGrpSpPr/>
        <p:nvPr/>
      </p:nvGrpSpPr>
      <p:grpSpPr>
        <a:xfrm>
          <a:off x="0" y="0"/>
          <a:ext cx="0" cy="0"/>
          <a:chOff x="0" y="0"/>
          <a:chExt cx="0" cy="0"/>
        </a:xfrm>
      </p:grpSpPr>
      <p:sp>
        <p:nvSpPr>
          <p:cNvPr id="272" name="PlaceHolder 1"/>
          <p:cNvSpPr>
            <a:spLocks noGrp="1"/>
          </p:cNvSpPr>
          <p:nvPr>
            <p:ph type="title"/>
          </p:nvPr>
        </p:nvSpPr>
        <p:spPr>
          <a:xfrm>
            <a:off x="2519640" y="730080"/>
            <a:ext cx="4444200" cy="637560"/>
          </a:xfrm>
          <a:prstGeom prst="rect">
            <a:avLst/>
          </a:prstGeom>
          <a:noFill/>
          <a:ln w="0">
            <a:noFill/>
          </a:ln>
        </p:spPr>
        <p:txBody>
          <a:bodyPr lIns="91440" rIns="91440" tIns="91440" bIns="91440" anchor="ctr">
            <a:noAutofit/>
          </a:bodyPr>
          <a:p>
            <a:pPr indent="0" algn="ctr">
              <a:lnSpc>
                <a:spcPct val="100000"/>
              </a:lnSpc>
              <a:buNone/>
            </a:pPr>
            <a:r>
              <a:rPr b="0" lang="fr-FR" sz="3600" strike="noStrike" u="none">
                <a:solidFill>
                  <a:schemeClr val="dk1"/>
                </a:solidFill>
                <a:effectLst/>
                <a:uFillTx/>
                <a:latin typeface="DM Serif Display"/>
                <a:ea typeface="DM Serif Display"/>
              </a:rPr>
              <a:t>xx%</a:t>
            </a:r>
            <a:endParaRPr b="0" lang="fr-FR" sz="3600" strike="noStrike" u="none">
              <a:solidFill>
                <a:schemeClr val="dk1"/>
              </a:solidFill>
              <a:effectLst/>
              <a:uFillTx/>
              <a:latin typeface="Arial"/>
            </a:endParaRPr>
          </a:p>
        </p:txBody>
      </p:sp>
      <p:sp>
        <p:nvSpPr>
          <p:cNvPr id="273" name="PlaceHolder 2"/>
          <p:cNvSpPr>
            <a:spLocks noGrp="1"/>
          </p:cNvSpPr>
          <p:nvPr>
            <p:ph type="title"/>
          </p:nvPr>
        </p:nvSpPr>
        <p:spPr>
          <a:xfrm>
            <a:off x="2519640" y="2062080"/>
            <a:ext cx="4444200" cy="637560"/>
          </a:xfrm>
          <a:prstGeom prst="rect">
            <a:avLst/>
          </a:prstGeom>
          <a:noFill/>
          <a:ln w="0">
            <a:noFill/>
          </a:ln>
        </p:spPr>
        <p:txBody>
          <a:bodyPr lIns="91440" rIns="91440" tIns="91440" bIns="91440" anchor="ctr">
            <a:noAutofit/>
          </a:bodyPr>
          <a:p>
            <a:pPr indent="0" algn="ctr">
              <a:lnSpc>
                <a:spcPct val="100000"/>
              </a:lnSpc>
              <a:buNone/>
            </a:pPr>
            <a:r>
              <a:rPr b="0" lang="fr-FR" sz="3600" strike="noStrike" u="none">
                <a:solidFill>
                  <a:schemeClr val="dk1"/>
                </a:solidFill>
                <a:effectLst/>
                <a:uFillTx/>
                <a:latin typeface="DM Serif Display"/>
                <a:ea typeface="DM Serif Display"/>
              </a:rPr>
              <a:t>xx%</a:t>
            </a:r>
            <a:endParaRPr b="0" lang="fr-FR" sz="3600" strike="noStrike" u="none">
              <a:solidFill>
                <a:schemeClr val="dk1"/>
              </a:solidFill>
              <a:effectLst/>
              <a:uFillTx/>
              <a:latin typeface="Arial"/>
            </a:endParaRPr>
          </a:p>
        </p:txBody>
      </p:sp>
      <p:sp>
        <p:nvSpPr>
          <p:cNvPr id="274" name="PlaceHolder 3"/>
          <p:cNvSpPr>
            <a:spLocks noGrp="1"/>
          </p:cNvSpPr>
          <p:nvPr>
            <p:ph type="title"/>
          </p:nvPr>
        </p:nvSpPr>
        <p:spPr>
          <a:xfrm>
            <a:off x="2519640" y="3394080"/>
            <a:ext cx="4444200" cy="637560"/>
          </a:xfrm>
          <a:prstGeom prst="rect">
            <a:avLst/>
          </a:prstGeom>
          <a:noFill/>
          <a:ln w="0">
            <a:noFill/>
          </a:ln>
        </p:spPr>
        <p:txBody>
          <a:bodyPr lIns="91440" rIns="91440" tIns="91440" bIns="91440" anchor="ctr">
            <a:noAutofit/>
          </a:bodyPr>
          <a:p>
            <a:pPr indent="0" algn="ctr">
              <a:lnSpc>
                <a:spcPct val="100000"/>
              </a:lnSpc>
              <a:buNone/>
            </a:pPr>
            <a:r>
              <a:rPr b="0" lang="fr-FR" sz="3600" strike="noStrike" u="none">
                <a:solidFill>
                  <a:schemeClr val="dk1"/>
                </a:solidFill>
                <a:effectLst/>
                <a:uFillTx/>
                <a:latin typeface="DM Serif Display"/>
                <a:ea typeface="DM Serif Display"/>
              </a:rPr>
              <a:t>xx%</a:t>
            </a:r>
            <a:endParaRPr b="0" lang="fr-FR" sz="3600" strike="noStrike" u="none">
              <a:solidFill>
                <a:schemeClr val="dk1"/>
              </a:solidFill>
              <a:effectLst/>
              <a:uFillTx/>
              <a:latin typeface="Arial"/>
            </a:endParaRPr>
          </a:p>
        </p:txBody>
      </p:sp>
      <p:pic>
        <p:nvPicPr>
          <p:cNvPr id="275" name="Google Shape;408;p41" descr=""/>
          <p:cNvPicPr/>
          <p:nvPr/>
        </p:nvPicPr>
        <p:blipFill>
          <a:blip r:embed="rId2"/>
          <a:stretch/>
        </p:blipFill>
        <p:spPr>
          <a:xfrm flipH="1" rot="18900000">
            <a:off x="25200" y="82440"/>
            <a:ext cx="1571760" cy="3813120"/>
          </a:xfrm>
          <a:prstGeom prst="rect">
            <a:avLst/>
          </a:prstGeom>
          <a:noFill/>
          <a:ln w="0">
            <a:noFill/>
          </a:ln>
        </p:spPr>
      </p:pic>
      <p:pic>
        <p:nvPicPr>
          <p:cNvPr id="276" name="Google Shape;409;p41" descr=""/>
          <p:cNvPicPr/>
          <p:nvPr/>
        </p:nvPicPr>
        <p:blipFill>
          <a:blip r:embed="rId3"/>
          <a:stretch/>
        </p:blipFill>
        <p:spPr>
          <a:xfrm rot="4778400">
            <a:off x="-1086840" y="975600"/>
            <a:ext cx="3084120" cy="2211120"/>
          </a:xfrm>
          <a:prstGeom prst="rect">
            <a:avLst/>
          </a:prstGeom>
          <a:noFill/>
          <a:ln w="0">
            <a:noFill/>
          </a:ln>
        </p:spPr>
      </p:pic>
      <p:pic>
        <p:nvPicPr>
          <p:cNvPr id="277" name="Google Shape;410;p41" descr=""/>
          <p:cNvPicPr/>
          <p:nvPr/>
        </p:nvPicPr>
        <p:blipFill>
          <a:blip r:embed="rId4"/>
          <a:stretch/>
        </p:blipFill>
        <p:spPr>
          <a:xfrm rot="10800000">
            <a:off x="6970320" y="3334680"/>
            <a:ext cx="2372400" cy="1840680"/>
          </a:xfrm>
          <a:prstGeom prst="rect">
            <a:avLst/>
          </a:prstGeom>
          <a:noFill/>
          <a:ln w="0">
            <a:noFill/>
          </a:ln>
        </p:spPr>
      </p:pic>
      <p:pic>
        <p:nvPicPr>
          <p:cNvPr id="278" name="Google Shape;411;p41" descr=""/>
          <p:cNvPicPr/>
          <p:nvPr/>
        </p:nvPicPr>
        <p:blipFill>
          <a:blip r:embed="rId5"/>
          <a:stretch/>
        </p:blipFill>
        <p:spPr>
          <a:xfrm rot="5400000">
            <a:off x="7302600" y="2628000"/>
            <a:ext cx="1392840" cy="1348920"/>
          </a:xfrm>
          <a:prstGeom prst="rect">
            <a:avLst/>
          </a:prstGeom>
          <a:noFill/>
          <a:ln w="0">
            <a:noFill/>
          </a:ln>
        </p:spPr>
      </p:pic>
      <p:pic>
        <p:nvPicPr>
          <p:cNvPr id="279" name="Google Shape;412;p41" descr=""/>
          <p:cNvPicPr/>
          <p:nvPr/>
        </p:nvPicPr>
        <p:blipFill>
          <a:blip r:embed="rId6"/>
          <a:stretch/>
        </p:blipFill>
        <p:spPr>
          <a:xfrm>
            <a:off x="7340400" y="291960"/>
            <a:ext cx="2001960" cy="4559040"/>
          </a:xfrm>
          <a:prstGeom prst="rect">
            <a:avLst/>
          </a:prstGeom>
          <a:noFill/>
          <a:ln w="0">
            <a:noFill/>
          </a:ln>
        </p:spPr>
      </p:pic>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2">
    <p:bg>
      <p:bgPr>
        <a:solidFill>
          <a:schemeClr val="lt1"/>
        </a:solidFill>
      </p:bgPr>
    </p:bg>
    <p:spTree>
      <p:nvGrpSpPr>
        <p:cNvPr id="1" name=""/>
        <p:cNvGrpSpPr/>
        <p:nvPr/>
      </p:nvGrpSpPr>
      <p:grpSpPr>
        <a:xfrm>
          <a:off x="0" y="0"/>
          <a:ext cx="0" cy="0"/>
          <a:chOff x="0" y="0"/>
          <a:chExt cx="0" cy="0"/>
        </a:xfrm>
      </p:grpSpPr>
      <p:sp>
        <p:nvSpPr>
          <p:cNvPr id="280" name="PlaceHolder 1"/>
          <p:cNvSpPr>
            <a:spLocks noGrp="1"/>
          </p:cNvSpPr>
          <p:nvPr>
            <p:ph type="title"/>
          </p:nvPr>
        </p:nvSpPr>
        <p:spPr>
          <a:xfrm>
            <a:off x="2085840" y="1468440"/>
            <a:ext cx="2394720" cy="488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281" name="PlaceHolder 2"/>
          <p:cNvSpPr>
            <a:spLocks noGrp="1"/>
          </p:cNvSpPr>
          <p:nvPr>
            <p:ph type="title"/>
          </p:nvPr>
        </p:nvSpPr>
        <p:spPr>
          <a:xfrm>
            <a:off x="4663440" y="1468440"/>
            <a:ext cx="2394720" cy="488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282" name="PlaceHolder 3"/>
          <p:cNvSpPr>
            <a:spLocks noGrp="1"/>
          </p:cNvSpPr>
          <p:nvPr>
            <p:ph type="title"/>
          </p:nvPr>
        </p:nvSpPr>
        <p:spPr>
          <a:xfrm>
            <a:off x="2085840" y="3222720"/>
            <a:ext cx="2394720" cy="488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283" name="PlaceHolder 4"/>
          <p:cNvSpPr>
            <a:spLocks noGrp="1"/>
          </p:cNvSpPr>
          <p:nvPr>
            <p:ph type="title"/>
          </p:nvPr>
        </p:nvSpPr>
        <p:spPr>
          <a:xfrm>
            <a:off x="4663440" y="3236040"/>
            <a:ext cx="2394720" cy="48852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pic>
        <p:nvPicPr>
          <p:cNvPr id="284" name="Google Shape;422;p42" descr=""/>
          <p:cNvPicPr/>
          <p:nvPr/>
        </p:nvPicPr>
        <p:blipFill>
          <a:blip r:embed="rId2"/>
          <a:stretch/>
        </p:blipFill>
        <p:spPr>
          <a:xfrm rot="11540400">
            <a:off x="-249840" y="191520"/>
            <a:ext cx="1320480" cy="3203280"/>
          </a:xfrm>
          <a:prstGeom prst="rect">
            <a:avLst/>
          </a:prstGeom>
          <a:noFill/>
          <a:ln w="0">
            <a:noFill/>
          </a:ln>
        </p:spPr>
      </p:pic>
      <p:pic>
        <p:nvPicPr>
          <p:cNvPr id="285" name="Google Shape;423;p42" descr=""/>
          <p:cNvPicPr/>
          <p:nvPr/>
        </p:nvPicPr>
        <p:blipFill>
          <a:blip r:embed="rId3"/>
          <a:stretch/>
        </p:blipFill>
        <p:spPr>
          <a:xfrm flipH="1" rot="5400000">
            <a:off x="-326520" y="-98640"/>
            <a:ext cx="1179000" cy="1527840"/>
          </a:xfrm>
          <a:prstGeom prst="rect">
            <a:avLst/>
          </a:prstGeom>
          <a:noFill/>
          <a:ln w="0">
            <a:noFill/>
          </a:ln>
        </p:spPr>
      </p:pic>
      <p:sp>
        <p:nvSpPr>
          <p:cNvPr id="286" name="PlaceHolder 5"/>
          <p:cNvSpPr>
            <a:spLocks noGrp="1"/>
          </p:cNvSpPr>
          <p:nvPr>
            <p:ph type="title"/>
          </p:nvPr>
        </p:nvSpPr>
        <p:spPr>
          <a:xfrm>
            <a:off x="2085840" y="906480"/>
            <a:ext cx="2394720" cy="637560"/>
          </a:xfrm>
          <a:prstGeom prst="rect">
            <a:avLst/>
          </a:prstGeom>
          <a:noFill/>
          <a:ln w="0">
            <a:noFill/>
          </a:ln>
        </p:spPr>
        <p:txBody>
          <a:bodyPr lIns="91440" rIns="91440" tIns="91440" bIns="91440" anchor="ctr">
            <a:noAutofit/>
          </a:bodyPr>
          <a:p>
            <a:pPr indent="0" algn="ctr">
              <a:lnSpc>
                <a:spcPct val="100000"/>
              </a:lnSpc>
              <a:buNone/>
            </a:pPr>
            <a:r>
              <a:rPr b="0" lang="fr-FR" sz="3600" strike="noStrike" u="none">
                <a:solidFill>
                  <a:schemeClr val="dk1"/>
                </a:solidFill>
                <a:effectLst/>
                <a:uFillTx/>
                <a:latin typeface="DM Serif Display"/>
                <a:ea typeface="DM Serif Display"/>
              </a:rPr>
              <a:t>xx%</a:t>
            </a:r>
            <a:endParaRPr b="0" lang="fr-FR" sz="3600" strike="noStrike" u="none">
              <a:solidFill>
                <a:schemeClr val="dk1"/>
              </a:solidFill>
              <a:effectLst/>
              <a:uFillTx/>
              <a:latin typeface="Arial"/>
            </a:endParaRPr>
          </a:p>
        </p:txBody>
      </p:sp>
      <p:sp>
        <p:nvSpPr>
          <p:cNvPr id="287" name="PlaceHolder 6"/>
          <p:cNvSpPr>
            <a:spLocks noGrp="1"/>
          </p:cNvSpPr>
          <p:nvPr>
            <p:ph type="title"/>
          </p:nvPr>
        </p:nvSpPr>
        <p:spPr>
          <a:xfrm>
            <a:off x="2085840" y="2673360"/>
            <a:ext cx="2394720" cy="637560"/>
          </a:xfrm>
          <a:prstGeom prst="rect">
            <a:avLst/>
          </a:prstGeom>
          <a:noFill/>
          <a:ln w="0">
            <a:noFill/>
          </a:ln>
        </p:spPr>
        <p:txBody>
          <a:bodyPr lIns="91440" rIns="91440" tIns="91440" bIns="91440" anchor="ctr">
            <a:noAutofit/>
          </a:bodyPr>
          <a:p>
            <a:pPr indent="0" algn="ctr">
              <a:lnSpc>
                <a:spcPct val="100000"/>
              </a:lnSpc>
              <a:buNone/>
            </a:pPr>
            <a:r>
              <a:rPr b="0" lang="fr-FR" sz="3600" strike="noStrike" u="none">
                <a:solidFill>
                  <a:schemeClr val="dk1"/>
                </a:solidFill>
                <a:effectLst/>
                <a:uFillTx/>
                <a:latin typeface="DM Serif Display"/>
                <a:ea typeface="DM Serif Display"/>
              </a:rPr>
              <a:t>xx%</a:t>
            </a:r>
            <a:endParaRPr b="0" lang="fr-FR" sz="3600" strike="noStrike" u="none">
              <a:solidFill>
                <a:schemeClr val="dk1"/>
              </a:solidFill>
              <a:effectLst/>
              <a:uFillTx/>
              <a:latin typeface="Arial"/>
            </a:endParaRPr>
          </a:p>
        </p:txBody>
      </p:sp>
      <p:sp>
        <p:nvSpPr>
          <p:cNvPr id="288" name="PlaceHolder 7"/>
          <p:cNvSpPr>
            <a:spLocks noGrp="1"/>
          </p:cNvSpPr>
          <p:nvPr>
            <p:ph type="title"/>
          </p:nvPr>
        </p:nvSpPr>
        <p:spPr>
          <a:xfrm>
            <a:off x="4663440" y="906480"/>
            <a:ext cx="2394720" cy="637560"/>
          </a:xfrm>
          <a:prstGeom prst="rect">
            <a:avLst/>
          </a:prstGeom>
          <a:noFill/>
          <a:ln w="0">
            <a:noFill/>
          </a:ln>
        </p:spPr>
        <p:txBody>
          <a:bodyPr lIns="91440" rIns="91440" tIns="91440" bIns="91440" anchor="ctr">
            <a:noAutofit/>
          </a:bodyPr>
          <a:p>
            <a:pPr indent="0" algn="ctr">
              <a:lnSpc>
                <a:spcPct val="100000"/>
              </a:lnSpc>
              <a:buNone/>
            </a:pPr>
            <a:r>
              <a:rPr b="0" lang="fr-FR" sz="3600" strike="noStrike" u="none">
                <a:solidFill>
                  <a:schemeClr val="dk1"/>
                </a:solidFill>
                <a:effectLst/>
                <a:uFillTx/>
                <a:latin typeface="DM Serif Display"/>
                <a:ea typeface="DM Serif Display"/>
              </a:rPr>
              <a:t>xx%</a:t>
            </a:r>
            <a:endParaRPr b="0" lang="fr-FR" sz="3600" strike="noStrike" u="none">
              <a:solidFill>
                <a:schemeClr val="dk1"/>
              </a:solidFill>
              <a:effectLst/>
              <a:uFillTx/>
              <a:latin typeface="Arial"/>
            </a:endParaRPr>
          </a:p>
        </p:txBody>
      </p:sp>
      <p:sp>
        <p:nvSpPr>
          <p:cNvPr id="289" name="PlaceHolder 8"/>
          <p:cNvSpPr>
            <a:spLocks noGrp="1"/>
          </p:cNvSpPr>
          <p:nvPr>
            <p:ph type="title"/>
          </p:nvPr>
        </p:nvSpPr>
        <p:spPr>
          <a:xfrm>
            <a:off x="4663440" y="2674440"/>
            <a:ext cx="2394720" cy="637560"/>
          </a:xfrm>
          <a:prstGeom prst="rect">
            <a:avLst/>
          </a:prstGeom>
          <a:noFill/>
          <a:ln w="0">
            <a:noFill/>
          </a:ln>
        </p:spPr>
        <p:txBody>
          <a:bodyPr lIns="91440" rIns="91440" tIns="91440" bIns="91440" anchor="ctr">
            <a:noAutofit/>
          </a:bodyPr>
          <a:p>
            <a:pPr indent="0" algn="ctr">
              <a:lnSpc>
                <a:spcPct val="100000"/>
              </a:lnSpc>
              <a:buNone/>
            </a:pPr>
            <a:r>
              <a:rPr b="0" lang="fr-FR" sz="3600" strike="noStrike" u="none">
                <a:solidFill>
                  <a:schemeClr val="dk1"/>
                </a:solidFill>
                <a:effectLst/>
                <a:uFillTx/>
                <a:latin typeface="DM Serif Display"/>
                <a:ea typeface="DM Serif Display"/>
              </a:rPr>
              <a:t>xx%</a:t>
            </a:r>
            <a:endParaRPr b="0" lang="fr-FR" sz="3600" strike="noStrike" u="none">
              <a:solidFill>
                <a:schemeClr val="dk1"/>
              </a:solidFill>
              <a:effectLst/>
              <a:uFillTx/>
              <a:latin typeface="Arial"/>
            </a:endParaRPr>
          </a:p>
        </p:txBody>
      </p:sp>
      <p:pic>
        <p:nvPicPr>
          <p:cNvPr id="290" name="Google Shape;428;p42" descr=""/>
          <p:cNvPicPr/>
          <p:nvPr/>
        </p:nvPicPr>
        <p:blipFill>
          <a:blip r:embed="rId4"/>
          <a:stretch/>
        </p:blipFill>
        <p:spPr>
          <a:xfrm rot="740400">
            <a:off x="8074440" y="1777680"/>
            <a:ext cx="1320480" cy="3203280"/>
          </a:xfrm>
          <a:prstGeom prst="rect">
            <a:avLst/>
          </a:prstGeom>
          <a:noFill/>
          <a:ln w="0">
            <a:noFill/>
          </a:ln>
        </p:spPr>
      </p:pic>
      <p:pic>
        <p:nvPicPr>
          <p:cNvPr id="291" name="Google Shape;429;p42" descr=""/>
          <p:cNvPicPr/>
          <p:nvPr/>
        </p:nvPicPr>
        <p:blipFill>
          <a:blip r:embed="rId5"/>
          <a:stretch/>
        </p:blipFill>
        <p:spPr>
          <a:xfrm flipH="1" rot="16200000">
            <a:off x="8292240" y="3743640"/>
            <a:ext cx="1179000" cy="1527840"/>
          </a:xfrm>
          <a:prstGeom prst="rect">
            <a:avLst/>
          </a:prstGeom>
          <a:noFill/>
          <a:ln w="0">
            <a:noFill/>
          </a:ln>
        </p:spPr>
      </p:pic>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4">
    <p:bg>
      <p:bgPr>
        <a:solidFill>
          <a:schemeClr val="lt1"/>
        </a:solidFill>
      </p:bgPr>
    </p:bg>
    <p:spTree>
      <p:nvGrpSpPr>
        <p:cNvPr id="1" name=""/>
        <p:cNvGrpSpPr/>
        <p:nvPr/>
      </p:nvGrpSpPr>
      <p:grpSpPr>
        <a:xfrm>
          <a:off x="0" y="0"/>
          <a:ext cx="0" cy="0"/>
          <a:chOff x="0" y="0"/>
          <a:chExt cx="0" cy="0"/>
        </a:xfrm>
      </p:grpSpPr>
      <p:sp>
        <p:nvSpPr>
          <p:cNvPr id="292" name="PlaceHolder 1"/>
          <p:cNvSpPr>
            <a:spLocks noGrp="1"/>
          </p:cNvSpPr>
          <p:nvPr>
            <p:ph type="title"/>
          </p:nvPr>
        </p:nvSpPr>
        <p:spPr>
          <a:xfrm>
            <a:off x="887760" y="1523880"/>
            <a:ext cx="4046040" cy="60156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293" name="PlaceHolder 2"/>
          <p:cNvSpPr>
            <a:spLocks noGrp="1"/>
          </p:cNvSpPr>
          <p:nvPr>
            <p:ph type="body"/>
          </p:nvPr>
        </p:nvSpPr>
        <p:spPr>
          <a:xfrm>
            <a:off x="887760" y="2184840"/>
            <a:ext cx="4046040" cy="143460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600" strike="noStrike" u="none">
                <a:solidFill>
                  <a:srgbClr val="000000"/>
                </a:solidFill>
                <a:effectLst/>
                <a:uFillTx/>
                <a:latin typeface="Arial"/>
              </a:rPr>
              <a:t>Click to edit the outline text format</a:t>
            </a:r>
            <a:endParaRPr b="0" lang="fr-FR" sz="16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600" strike="noStrike" u="none">
                <a:solidFill>
                  <a:srgbClr val="000000"/>
                </a:solidFill>
                <a:effectLst/>
                <a:uFillTx/>
                <a:latin typeface="Arial"/>
              </a:rPr>
              <a:t>Second Outline Level</a:t>
            </a:r>
            <a:endParaRPr b="0" lang="fr-FR" sz="16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600" strike="noStrike" u="none">
                <a:solidFill>
                  <a:srgbClr val="000000"/>
                </a:solidFill>
                <a:effectLst/>
                <a:uFillTx/>
                <a:latin typeface="Arial"/>
              </a:rPr>
              <a:t>Third Outline Level</a:t>
            </a:r>
            <a:endParaRPr b="0" lang="fr-FR" sz="16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600" strike="noStrike" u="none">
                <a:solidFill>
                  <a:srgbClr val="000000"/>
                </a:solidFill>
                <a:effectLst/>
                <a:uFillTx/>
                <a:latin typeface="Arial"/>
              </a:rPr>
              <a:t>Fourth Outline Level</a:t>
            </a:r>
            <a:endParaRPr b="0" lang="fr-FR" sz="16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Fifth Outline Level</a:t>
            </a:r>
            <a:endParaRPr b="0" lang="fr-FR" sz="16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Sixth Outline Level</a:t>
            </a:r>
            <a:endParaRPr b="0" lang="fr-FR" sz="16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Seventh Outline Level</a:t>
            </a:r>
            <a:endParaRPr b="0" lang="fr-FR" sz="1600" strike="noStrike" u="none">
              <a:solidFill>
                <a:srgbClr val="000000"/>
              </a:solidFill>
              <a:effectLst/>
              <a:uFillTx/>
              <a:latin typeface="Arial"/>
            </a:endParaRPr>
          </a:p>
        </p:txBody>
      </p:sp>
      <p:pic>
        <p:nvPicPr>
          <p:cNvPr id="294" name="Google Shape;433;p43" descr=""/>
          <p:cNvPicPr/>
          <p:nvPr/>
        </p:nvPicPr>
        <p:blipFill>
          <a:blip r:embed="rId2"/>
          <a:stretch/>
        </p:blipFill>
        <p:spPr>
          <a:xfrm flipH="1" rot="17716800">
            <a:off x="105840" y="-726480"/>
            <a:ext cx="2568600" cy="1473840"/>
          </a:xfrm>
          <a:prstGeom prst="rect">
            <a:avLst/>
          </a:prstGeom>
          <a:noFill/>
          <a:ln w="0">
            <a:noFill/>
          </a:ln>
        </p:spPr>
      </p:pic>
      <p:pic>
        <p:nvPicPr>
          <p:cNvPr id="295" name="Google Shape;434;p43" descr=""/>
          <p:cNvPicPr/>
          <p:nvPr/>
        </p:nvPicPr>
        <p:blipFill>
          <a:blip r:embed="rId3"/>
          <a:stretch/>
        </p:blipFill>
        <p:spPr>
          <a:xfrm flipH="1">
            <a:off x="1049400" y="3985560"/>
            <a:ext cx="1840680" cy="1699560"/>
          </a:xfrm>
          <a:prstGeom prst="rect">
            <a:avLst/>
          </a:prstGeom>
          <a:noFill/>
          <a:ln w="0">
            <a:noFill/>
          </a:ln>
        </p:spPr>
      </p:pic>
      <p:pic>
        <p:nvPicPr>
          <p:cNvPr id="296" name="Google Shape;435;p43" descr=""/>
          <p:cNvPicPr/>
          <p:nvPr/>
        </p:nvPicPr>
        <p:blipFill>
          <a:blip r:embed="rId4"/>
          <a:stretch/>
        </p:blipFill>
        <p:spPr>
          <a:xfrm flipH="1">
            <a:off x="7245000" y="-168120"/>
            <a:ext cx="1840680" cy="1782360"/>
          </a:xfrm>
          <a:prstGeom prst="rect">
            <a:avLst/>
          </a:prstGeom>
          <a:noFill/>
          <a:ln w="0">
            <a:noFill/>
          </a:ln>
        </p:spPr>
      </p:pic>
      <p:pic>
        <p:nvPicPr>
          <p:cNvPr id="297" name="Google Shape;436;p43" descr=""/>
          <p:cNvPicPr/>
          <p:nvPr/>
        </p:nvPicPr>
        <p:blipFill>
          <a:blip r:embed="rId5"/>
          <a:stretch/>
        </p:blipFill>
        <p:spPr>
          <a:xfrm flipH="1">
            <a:off x="7112520" y="-881280"/>
            <a:ext cx="2386440" cy="4381200"/>
          </a:xfrm>
          <a:prstGeom prst="rect">
            <a:avLst/>
          </a:prstGeom>
          <a:noFill/>
          <a:ln w="0">
            <a:noFill/>
          </a:ln>
        </p:spPr>
      </p:pic>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3">
    <p:bg>
      <p:bgPr>
        <a:solidFill>
          <a:schemeClr val="lt1"/>
        </a:solidFill>
      </p:bgPr>
    </p:bg>
    <p:spTree>
      <p:nvGrpSpPr>
        <p:cNvPr id="1" name=""/>
        <p:cNvGrpSpPr/>
        <p:nvPr/>
      </p:nvGrpSpPr>
      <p:grpSpPr>
        <a:xfrm>
          <a:off x="0" y="0"/>
          <a:ext cx="0" cy="0"/>
          <a:chOff x="0" y="0"/>
          <a:chExt cx="0" cy="0"/>
        </a:xfrm>
      </p:grpSpPr>
      <p:sp>
        <p:nvSpPr>
          <p:cNvPr id="298" name="PlaceHolder 1"/>
          <p:cNvSpPr>
            <a:spLocks noGrp="1"/>
          </p:cNvSpPr>
          <p:nvPr>
            <p:ph type="title"/>
          </p:nvPr>
        </p:nvSpPr>
        <p:spPr>
          <a:xfrm>
            <a:off x="1893600" y="3128040"/>
            <a:ext cx="2169360" cy="57240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299" name="PlaceHolder 2"/>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300" name="PlaceHolder 3"/>
          <p:cNvSpPr>
            <a:spLocks noGrp="1"/>
          </p:cNvSpPr>
          <p:nvPr>
            <p:ph type="title"/>
          </p:nvPr>
        </p:nvSpPr>
        <p:spPr>
          <a:xfrm>
            <a:off x="5080680" y="3128040"/>
            <a:ext cx="2169360" cy="57240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pic>
        <p:nvPicPr>
          <p:cNvPr id="301" name="Google Shape;443;p44" descr=""/>
          <p:cNvPicPr/>
          <p:nvPr/>
        </p:nvPicPr>
        <p:blipFill>
          <a:blip r:embed="rId2"/>
          <a:stretch/>
        </p:blipFill>
        <p:spPr>
          <a:xfrm rot="12244200">
            <a:off x="8435160" y="2300040"/>
            <a:ext cx="1328400" cy="3223080"/>
          </a:xfrm>
          <a:prstGeom prst="rect">
            <a:avLst/>
          </a:prstGeom>
          <a:noFill/>
          <a:ln w="0">
            <a:noFill/>
          </a:ln>
        </p:spPr>
      </p:pic>
      <p:pic>
        <p:nvPicPr>
          <p:cNvPr id="302" name="Google Shape;444;p44" descr=""/>
          <p:cNvPicPr/>
          <p:nvPr/>
        </p:nvPicPr>
        <p:blipFill>
          <a:blip r:embed="rId3"/>
          <a:stretch/>
        </p:blipFill>
        <p:spPr>
          <a:xfrm rot="7581000">
            <a:off x="7823880" y="1886760"/>
            <a:ext cx="2834640" cy="2032560"/>
          </a:xfrm>
          <a:prstGeom prst="rect">
            <a:avLst/>
          </a:prstGeom>
          <a:noFill/>
          <a:ln w="0">
            <a:noFill/>
          </a:ln>
        </p:spPr>
      </p:pic>
      <p:pic>
        <p:nvPicPr>
          <p:cNvPr id="303" name="Google Shape;445;p44" descr=""/>
          <p:cNvPicPr/>
          <p:nvPr/>
        </p:nvPicPr>
        <p:blipFill>
          <a:blip r:embed="rId4"/>
          <a:stretch/>
        </p:blipFill>
        <p:spPr>
          <a:xfrm rot="12740400">
            <a:off x="-1540800" y="2257920"/>
            <a:ext cx="2568600" cy="1473840"/>
          </a:xfrm>
          <a:prstGeom prst="rect">
            <a:avLst/>
          </a:prstGeom>
          <a:noFill/>
          <a:ln w="0">
            <a:noFill/>
          </a:ln>
        </p:spPr>
      </p:pic>
      <p:pic>
        <p:nvPicPr>
          <p:cNvPr id="304" name="Google Shape;446;p44" descr=""/>
          <p:cNvPicPr/>
          <p:nvPr/>
        </p:nvPicPr>
        <p:blipFill>
          <a:blip r:embed="rId5"/>
          <a:stretch/>
        </p:blipFill>
        <p:spPr>
          <a:xfrm rot="16200000">
            <a:off x="-657720" y="1451520"/>
            <a:ext cx="1392840" cy="1348920"/>
          </a:xfrm>
          <a:prstGeom prst="rect">
            <a:avLst/>
          </a:prstGeom>
          <a:noFill/>
          <a:ln w="0">
            <a:noFill/>
          </a:ln>
        </p:spPr>
      </p:pic>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6">
    <p:bg>
      <p:bgPr>
        <a:solidFill>
          <a:schemeClr val="lt1"/>
        </a:solidFill>
      </p:bgPr>
    </p:bg>
    <p:spTree>
      <p:nvGrpSpPr>
        <p:cNvPr id="1" name=""/>
        <p:cNvGrpSpPr/>
        <p:nvPr/>
      </p:nvGrpSpPr>
      <p:grpSpPr>
        <a:xfrm>
          <a:off x="0" y="0"/>
          <a:ext cx="0" cy="0"/>
          <a:chOff x="0" y="0"/>
          <a:chExt cx="0" cy="0"/>
        </a:xfrm>
      </p:grpSpPr>
      <p:pic>
        <p:nvPicPr>
          <p:cNvPr id="305" name="Google Shape;448;p45" descr=""/>
          <p:cNvPicPr/>
          <p:nvPr/>
        </p:nvPicPr>
        <p:blipFill>
          <a:blip r:embed="rId2"/>
          <a:stretch/>
        </p:blipFill>
        <p:spPr>
          <a:xfrm rot="3883200">
            <a:off x="6999840" y="-726480"/>
            <a:ext cx="2568600" cy="1473840"/>
          </a:xfrm>
          <a:prstGeom prst="rect">
            <a:avLst/>
          </a:prstGeom>
          <a:noFill/>
          <a:ln w="0">
            <a:noFill/>
          </a:ln>
        </p:spPr>
      </p:pic>
      <p:pic>
        <p:nvPicPr>
          <p:cNvPr id="306" name="Google Shape;449;p45" descr=""/>
          <p:cNvPicPr/>
          <p:nvPr/>
        </p:nvPicPr>
        <p:blipFill>
          <a:blip r:embed="rId3"/>
          <a:stretch/>
        </p:blipFill>
        <p:spPr>
          <a:xfrm>
            <a:off x="6784560" y="3985560"/>
            <a:ext cx="1840680" cy="1699560"/>
          </a:xfrm>
          <a:prstGeom prst="rect">
            <a:avLst/>
          </a:prstGeom>
          <a:noFill/>
          <a:ln w="0">
            <a:noFill/>
          </a:ln>
        </p:spPr>
      </p:pic>
      <p:pic>
        <p:nvPicPr>
          <p:cNvPr id="307" name="Google Shape;450;p45" descr=""/>
          <p:cNvPicPr/>
          <p:nvPr/>
        </p:nvPicPr>
        <p:blipFill>
          <a:blip r:embed="rId4"/>
          <a:stretch/>
        </p:blipFill>
        <p:spPr>
          <a:xfrm>
            <a:off x="588960" y="-168120"/>
            <a:ext cx="1840680" cy="1782360"/>
          </a:xfrm>
          <a:prstGeom prst="rect">
            <a:avLst/>
          </a:prstGeom>
          <a:noFill/>
          <a:ln w="0">
            <a:noFill/>
          </a:ln>
        </p:spPr>
      </p:pic>
      <p:pic>
        <p:nvPicPr>
          <p:cNvPr id="308" name="Google Shape;451;p45" descr=""/>
          <p:cNvPicPr/>
          <p:nvPr/>
        </p:nvPicPr>
        <p:blipFill>
          <a:blip r:embed="rId5"/>
          <a:stretch/>
        </p:blipFill>
        <p:spPr>
          <a:xfrm>
            <a:off x="175680" y="-881280"/>
            <a:ext cx="2386440" cy="4381200"/>
          </a:xfrm>
          <a:prstGeom prst="rect">
            <a:avLst/>
          </a:prstGeom>
          <a:noFill/>
          <a:ln w="0">
            <a:noFill/>
          </a:ln>
        </p:spPr>
      </p:pic>
      <p:sp>
        <p:nvSpPr>
          <p:cNvPr id="309" name="PlaceHolder 1"/>
          <p:cNvSpPr>
            <a:spLocks noGrp="1"/>
          </p:cNvSpPr>
          <p:nvPr>
            <p:ph type="title"/>
          </p:nvPr>
        </p:nvSpPr>
        <p:spPr>
          <a:xfrm>
            <a:off x="4935240" y="1448640"/>
            <a:ext cx="3309840" cy="60156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310" name="PlaceHolder 2"/>
          <p:cNvSpPr>
            <a:spLocks noGrp="1"/>
          </p:cNvSpPr>
          <p:nvPr>
            <p:ph type="body"/>
          </p:nvPr>
        </p:nvSpPr>
        <p:spPr>
          <a:xfrm>
            <a:off x="4935240" y="2109240"/>
            <a:ext cx="3309840" cy="143460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600" strike="noStrike" u="none">
                <a:solidFill>
                  <a:srgbClr val="000000"/>
                </a:solidFill>
                <a:effectLst/>
                <a:uFillTx/>
                <a:latin typeface="Arial"/>
              </a:rPr>
              <a:t>Click to edit the outline text format</a:t>
            </a:r>
            <a:endParaRPr b="0" lang="fr-FR" sz="16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600" strike="noStrike" u="none">
                <a:solidFill>
                  <a:srgbClr val="000000"/>
                </a:solidFill>
                <a:effectLst/>
                <a:uFillTx/>
                <a:latin typeface="Arial"/>
              </a:rPr>
              <a:t>Second Outline Level</a:t>
            </a:r>
            <a:endParaRPr b="0" lang="fr-FR" sz="16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600" strike="noStrike" u="none">
                <a:solidFill>
                  <a:srgbClr val="000000"/>
                </a:solidFill>
                <a:effectLst/>
                <a:uFillTx/>
                <a:latin typeface="Arial"/>
              </a:rPr>
              <a:t>Third Outline Level</a:t>
            </a:r>
            <a:endParaRPr b="0" lang="fr-FR" sz="16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600" strike="noStrike" u="none">
                <a:solidFill>
                  <a:srgbClr val="000000"/>
                </a:solidFill>
                <a:effectLst/>
                <a:uFillTx/>
                <a:latin typeface="Arial"/>
              </a:rPr>
              <a:t>Fourth Outline Level</a:t>
            </a:r>
            <a:endParaRPr b="0" lang="fr-FR" sz="16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Fifth Outline Level</a:t>
            </a:r>
            <a:endParaRPr b="0" lang="fr-FR" sz="16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Sixth Outline Level</a:t>
            </a:r>
            <a:endParaRPr b="0" lang="fr-FR" sz="16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Seventh Outline Level</a:t>
            </a:r>
            <a:endParaRPr b="0" lang="fr-FR" sz="1600" strike="noStrike" u="none">
              <a:solidFill>
                <a:srgbClr val="000000"/>
              </a:solidFill>
              <a:effectLst/>
              <a:uFillTx/>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5">
    <p:bg>
      <p:bgPr>
        <a:solidFill>
          <a:schemeClr val="lt1"/>
        </a:solidFill>
      </p:bgPr>
    </p:bg>
    <p:spTree>
      <p:nvGrpSpPr>
        <p:cNvPr id="1" name=""/>
        <p:cNvGrpSpPr/>
        <p:nvPr/>
      </p:nvGrpSpPr>
      <p:grpSpPr>
        <a:xfrm>
          <a:off x="0" y="0"/>
          <a:ext cx="0" cy="0"/>
          <a:chOff x="0" y="0"/>
          <a:chExt cx="0" cy="0"/>
        </a:xfrm>
      </p:grpSpPr>
      <p:sp>
        <p:nvSpPr>
          <p:cNvPr id="311" name="PlaceHolder 1"/>
          <p:cNvSpPr>
            <a:spLocks noGrp="1"/>
          </p:cNvSpPr>
          <p:nvPr>
            <p:ph type="title"/>
          </p:nvPr>
        </p:nvSpPr>
        <p:spPr>
          <a:xfrm>
            <a:off x="914760" y="1448640"/>
            <a:ext cx="3309840" cy="60156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312" name="PlaceHolder 2"/>
          <p:cNvSpPr>
            <a:spLocks noGrp="1"/>
          </p:cNvSpPr>
          <p:nvPr>
            <p:ph type="body"/>
          </p:nvPr>
        </p:nvSpPr>
        <p:spPr>
          <a:xfrm>
            <a:off x="914760" y="2109240"/>
            <a:ext cx="3309840" cy="143460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600" strike="noStrike" u="none">
                <a:solidFill>
                  <a:srgbClr val="000000"/>
                </a:solidFill>
                <a:effectLst/>
                <a:uFillTx/>
                <a:latin typeface="Arial"/>
              </a:rPr>
              <a:t>Click to edit the outline text format</a:t>
            </a:r>
            <a:endParaRPr b="0" lang="fr-FR" sz="16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600" strike="noStrike" u="none">
                <a:solidFill>
                  <a:srgbClr val="000000"/>
                </a:solidFill>
                <a:effectLst/>
                <a:uFillTx/>
                <a:latin typeface="Arial"/>
              </a:rPr>
              <a:t>Second Outline Level</a:t>
            </a:r>
            <a:endParaRPr b="0" lang="fr-FR" sz="16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600" strike="noStrike" u="none">
                <a:solidFill>
                  <a:srgbClr val="000000"/>
                </a:solidFill>
                <a:effectLst/>
                <a:uFillTx/>
                <a:latin typeface="Arial"/>
              </a:rPr>
              <a:t>Third Outline Level</a:t>
            </a:r>
            <a:endParaRPr b="0" lang="fr-FR" sz="16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600" strike="noStrike" u="none">
                <a:solidFill>
                  <a:srgbClr val="000000"/>
                </a:solidFill>
                <a:effectLst/>
                <a:uFillTx/>
                <a:latin typeface="Arial"/>
              </a:rPr>
              <a:t>Fourth Outline Level</a:t>
            </a:r>
            <a:endParaRPr b="0" lang="fr-FR" sz="16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Fifth Outline Level</a:t>
            </a:r>
            <a:endParaRPr b="0" lang="fr-FR" sz="16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Sixth Outline Level</a:t>
            </a:r>
            <a:endParaRPr b="0" lang="fr-FR" sz="16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Seventh Outline Level</a:t>
            </a:r>
            <a:endParaRPr b="0" lang="fr-FR" sz="1600" strike="noStrike" u="none">
              <a:solidFill>
                <a:srgbClr val="000000"/>
              </a:solidFill>
              <a:effectLst/>
              <a:uFillTx/>
              <a:latin typeface="Arial"/>
            </a:endParaRPr>
          </a:p>
        </p:txBody>
      </p:sp>
      <p:pic>
        <p:nvPicPr>
          <p:cNvPr id="313" name="Google Shape;457;p46" descr=""/>
          <p:cNvPicPr/>
          <p:nvPr/>
        </p:nvPicPr>
        <p:blipFill>
          <a:blip r:embed="rId2"/>
          <a:stretch/>
        </p:blipFill>
        <p:spPr>
          <a:xfrm rot="10678200">
            <a:off x="-631800" y="3867120"/>
            <a:ext cx="2568600" cy="1473840"/>
          </a:xfrm>
          <a:prstGeom prst="rect">
            <a:avLst/>
          </a:prstGeom>
          <a:noFill/>
          <a:ln w="0">
            <a:noFill/>
          </a:ln>
        </p:spPr>
      </p:pic>
      <p:pic>
        <p:nvPicPr>
          <p:cNvPr id="314" name="Google Shape;458;p46" descr=""/>
          <p:cNvPicPr/>
          <p:nvPr/>
        </p:nvPicPr>
        <p:blipFill>
          <a:blip r:embed="rId3"/>
          <a:stretch/>
        </p:blipFill>
        <p:spPr>
          <a:xfrm flipH="1">
            <a:off x="388800" y="-550800"/>
            <a:ext cx="1840680" cy="1699560"/>
          </a:xfrm>
          <a:prstGeom prst="rect">
            <a:avLst/>
          </a:prstGeom>
          <a:noFill/>
          <a:ln w="0">
            <a:noFill/>
          </a:ln>
        </p:spPr>
      </p:pic>
      <p:pic>
        <p:nvPicPr>
          <p:cNvPr id="315" name="Google Shape;459;p46" descr=""/>
          <p:cNvPicPr/>
          <p:nvPr/>
        </p:nvPicPr>
        <p:blipFill>
          <a:blip r:embed="rId4"/>
          <a:stretch/>
        </p:blipFill>
        <p:spPr>
          <a:xfrm flipH="1">
            <a:off x="7245000" y="-168120"/>
            <a:ext cx="1840680" cy="1782360"/>
          </a:xfrm>
          <a:prstGeom prst="rect">
            <a:avLst/>
          </a:prstGeom>
          <a:noFill/>
          <a:ln w="0">
            <a:noFill/>
          </a:ln>
        </p:spPr>
      </p:pic>
      <p:pic>
        <p:nvPicPr>
          <p:cNvPr id="316" name="Google Shape;460;p46" descr=""/>
          <p:cNvPicPr/>
          <p:nvPr/>
        </p:nvPicPr>
        <p:blipFill>
          <a:blip r:embed="rId5"/>
          <a:stretch/>
        </p:blipFill>
        <p:spPr>
          <a:xfrm flipH="1">
            <a:off x="7112520" y="-881280"/>
            <a:ext cx="2386440" cy="4381200"/>
          </a:xfrm>
          <a:prstGeom prst="rect">
            <a:avLst/>
          </a:prstGeom>
          <a:noFill/>
          <a:ln w="0">
            <a:noFill/>
          </a:ln>
        </p:spPr>
      </p:pic>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
    <p:bg>
      <p:bgPr>
        <a:solidFill>
          <a:schemeClr val="lt1"/>
        </a:solidFill>
      </p:bgPr>
    </p:bg>
    <p:spTree>
      <p:nvGrpSpPr>
        <p:cNvPr id="1" name=""/>
        <p:cNvGrpSpPr/>
        <p:nvPr/>
      </p:nvGrpSpPr>
      <p:grpSpPr>
        <a:xfrm>
          <a:off x="0" y="0"/>
          <a:ext cx="0" cy="0"/>
          <a:chOff x="0" y="0"/>
          <a:chExt cx="0" cy="0"/>
        </a:xfrm>
      </p:grpSpPr>
      <p:sp>
        <p:nvSpPr>
          <p:cNvPr id="317" name="PlaceHolder 1"/>
          <p:cNvSpPr>
            <a:spLocks noGrp="1"/>
          </p:cNvSpPr>
          <p:nvPr>
            <p:ph type="title"/>
          </p:nvPr>
        </p:nvSpPr>
        <p:spPr>
          <a:xfrm>
            <a:off x="2733480" y="539640"/>
            <a:ext cx="3677040" cy="991440"/>
          </a:xfrm>
          <a:prstGeom prst="rect">
            <a:avLst/>
          </a:prstGeom>
          <a:noFill/>
          <a:ln w="0">
            <a:noFill/>
          </a:ln>
        </p:spPr>
        <p:txBody>
          <a:bodyPr lIns="91440" rIns="91440" tIns="91440" bIns="91440" anchor="b">
            <a:noAutofit/>
          </a:bodyPr>
          <a:p>
            <a:pPr indent="0">
              <a:buNone/>
            </a:pPr>
            <a:r>
              <a:rPr b="0" lang="fr-FR" sz="5200" strike="noStrike" u="none">
                <a:solidFill>
                  <a:schemeClr val="dk1"/>
                </a:solidFill>
                <a:effectLst/>
                <a:uFillTx/>
                <a:latin typeface="Arial"/>
              </a:rPr>
              <a:t>Click to edit the title text format</a:t>
            </a:r>
            <a:endParaRPr b="0" lang="fr-FR" sz="5200" strike="noStrike" u="none">
              <a:solidFill>
                <a:schemeClr val="dk1"/>
              </a:solidFill>
              <a:effectLst/>
              <a:uFillTx/>
              <a:latin typeface="Arial"/>
            </a:endParaRPr>
          </a:p>
        </p:txBody>
      </p:sp>
      <p:sp>
        <p:nvSpPr>
          <p:cNvPr id="318" name="Google Shape;464;p47"/>
          <p:cNvSpPr/>
          <p:nvPr/>
        </p:nvSpPr>
        <p:spPr>
          <a:xfrm>
            <a:off x="2733120" y="3270600"/>
            <a:ext cx="3677400" cy="757440"/>
          </a:xfrm>
          <a:prstGeom prst="rect">
            <a:avLst/>
          </a:prstGeom>
          <a:noFill/>
          <a:ln w="0">
            <a:noFill/>
          </a:ln>
        </p:spPr>
        <p:style>
          <a:lnRef idx="0"/>
          <a:fillRef idx="0"/>
          <a:effectRef idx="0"/>
          <a:fontRef idx="minor"/>
        </p:style>
        <p:txBody>
          <a:bodyPr tIns="91440" bIns="91440" anchor="ctr">
            <a:noAutofit/>
          </a:bodyPr>
          <a:p>
            <a:pPr algn="ctr" defTabSz="914400">
              <a:lnSpc>
                <a:spcPct val="100000"/>
              </a:lnSpc>
              <a:tabLst>
                <a:tab algn="l" pos="0"/>
              </a:tabLst>
            </a:pPr>
            <a:r>
              <a:rPr b="1" lang="en" sz="1200" strike="noStrike" u="none">
                <a:solidFill>
                  <a:schemeClr val="dk1"/>
                </a:solidFill>
                <a:effectLst/>
                <a:uFillTx/>
                <a:latin typeface="Karla"/>
                <a:ea typeface="Karla"/>
              </a:rPr>
              <a:t>CREDITS</a:t>
            </a:r>
            <a:r>
              <a:rPr b="0" lang="en" sz="1200" strike="noStrike" u="none">
                <a:solidFill>
                  <a:schemeClr val="dk1"/>
                </a:solidFill>
                <a:effectLst/>
                <a:uFillTx/>
                <a:latin typeface="Karla"/>
                <a:ea typeface="Karla"/>
              </a:rPr>
              <a:t>: This presentation template was created by </a:t>
            </a:r>
            <a:r>
              <a:rPr b="1" lang="en" sz="1200" strike="noStrike" u="sng">
                <a:solidFill>
                  <a:schemeClr val="dk1"/>
                </a:solidFill>
                <a:effectLst/>
                <a:uFillTx/>
                <a:latin typeface="Karla"/>
                <a:ea typeface="Karla"/>
                <a:hlinkClick r:id="rId2"/>
              </a:rPr>
              <a:t>Slidesgo</a:t>
            </a:r>
            <a:r>
              <a:rPr b="1" lang="en" sz="1200" strike="noStrike" u="none">
                <a:solidFill>
                  <a:schemeClr val="dk1"/>
                </a:solidFill>
                <a:effectLst/>
                <a:uFillTx/>
                <a:latin typeface="Karla"/>
                <a:ea typeface="Karla"/>
              </a:rPr>
              <a:t>,</a:t>
            </a:r>
            <a:r>
              <a:rPr b="0" lang="en" sz="1200" strike="noStrike" u="none">
                <a:solidFill>
                  <a:schemeClr val="dk1"/>
                </a:solidFill>
                <a:effectLst/>
                <a:uFillTx/>
                <a:latin typeface="Karla"/>
                <a:ea typeface="Karla"/>
              </a:rPr>
              <a:t> including icons, infographics &amp; images by </a:t>
            </a:r>
            <a:r>
              <a:rPr b="1" lang="en" sz="1200" strike="noStrike" u="sng">
                <a:solidFill>
                  <a:schemeClr val="dk1"/>
                </a:solidFill>
                <a:effectLst/>
                <a:uFillTx/>
                <a:latin typeface="Karla"/>
                <a:ea typeface="Karla"/>
                <a:hlinkClick r:id="rId3"/>
              </a:rPr>
              <a:t>Freepik</a:t>
            </a:r>
            <a:endParaRPr b="0" lang="en-US" sz="1200" strike="noStrike" u="none">
              <a:solidFill>
                <a:srgbClr val="000000"/>
              </a:solidFill>
              <a:effectLst/>
              <a:uFillTx/>
              <a:latin typeface="OpenSymbol"/>
            </a:endParaRPr>
          </a:p>
        </p:txBody>
      </p:sp>
      <p:pic>
        <p:nvPicPr>
          <p:cNvPr id="319" name="Google Shape;465;p47" descr=""/>
          <p:cNvPicPr/>
          <p:nvPr/>
        </p:nvPicPr>
        <p:blipFill>
          <a:blip r:embed="rId4"/>
          <a:stretch/>
        </p:blipFill>
        <p:spPr>
          <a:xfrm rot="5400000">
            <a:off x="-590040" y="1290960"/>
            <a:ext cx="2786040" cy="2161440"/>
          </a:xfrm>
          <a:prstGeom prst="rect">
            <a:avLst/>
          </a:prstGeom>
          <a:noFill/>
          <a:ln w="0">
            <a:noFill/>
          </a:ln>
        </p:spPr>
      </p:pic>
      <p:pic>
        <p:nvPicPr>
          <p:cNvPr id="320" name="Google Shape;466;p47" descr=""/>
          <p:cNvPicPr/>
          <p:nvPr/>
        </p:nvPicPr>
        <p:blipFill>
          <a:blip r:embed="rId5"/>
          <a:stretch/>
        </p:blipFill>
        <p:spPr>
          <a:xfrm rot="5400000">
            <a:off x="390240" y="192960"/>
            <a:ext cx="2057760" cy="1992960"/>
          </a:xfrm>
          <a:prstGeom prst="rect">
            <a:avLst/>
          </a:prstGeom>
          <a:noFill/>
          <a:ln w="0">
            <a:noFill/>
          </a:ln>
        </p:spPr>
      </p:pic>
      <p:pic>
        <p:nvPicPr>
          <p:cNvPr id="321" name="Google Shape;467;p47" descr=""/>
          <p:cNvPicPr/>
          <p:nvPr/>
        </p:nvPicPr>
        <p:blipFill>
          <a:blip r:embed="rId6"/>
          <a:stretch/>
        </p:blipFill>
        <p:spPr>
          <a:xfrm rot="16200000">
            <a:off x="-988920" y="3092040"/>
            <a:ext cx="4033080" cy="2891520"/>
          </a:xfrm>
          <a:prstGeom prst="rect">
            <a:avLst/>
          </a:prstGeom>
          <a:noFill/>
          <a:ln w="0">
            <a:noFill/>
          </a:ln>
        </p:spPr>
      </p:pic>
      <p:pic>
        <p:nvPicPr>
          <p:cNvPr id="322" name="Google Shape;468;p47" descr=""/>
          <p:cNvPicPr/>
          <p:nvPr/>
        </p:nvPicPr>
        <p:blipFill>
          <a:blip r:embed="rId7"/>
          <a:stretch/>
        </p:blipFill>
        <p:spPr>
          <a:xfrm rot="3547200">
            <a:off x="7590240" y="1978560"/>
            <a:ext cx="1674360" cy="3812760"/>
          </a:xfrm>
          <a:prstGeom prst="rect">
            <a:avLst/>
          </a:prstGeom>
          <a:noFill/>
          <a:ln w="0">
            <a:noFill/>
          </a:ln>
        </p:spPr>
      </p:pic>
      <p:pic>
        <p:nvPicPr>
          <p:cNvPr id="323" name="Google Shape;469;p47" descr=""/>
          <p:cNvPicPr/>
          <p:nvPr/>
        </p:nvPicPr>
        <p:blipFill>
          <a:blip r:embed="rId8"/>
          <a:stretch/>
        </p:blipFill>
        <p:spPr>
          <a:xfrm rot="20934600">
            <a:off x="6798960" y="-791280"/>
            <a:ext cx="1769040" cy="4291920"/>
          </a:xfrm>
          <a:prstGeom prst="rect">
            <a:avLst/>
          </a:prstGeom>
          <a:noFill/>
          <a:ln w="0">
            <a:noFill/>
          </a:ln>
        </p:spPr>
      </p:pic>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bg>
      <p:bgPr>
        <a:solidFill>
          <a:schemeClr val="lt1"/>
        </a:solidFill>
      </p:bgPr>
    </p:bg>
    <p:spTree>
      <p:nvGrpSpPr>
        <p:cNvPr id="1" name=""/>
        <p:cNvGrpSpPr/>
        <p:nvPr/>
      </p:nvGrpSpPr>
      <p:grpSpPr>
        <a:xfrm>
          <a:off x="0" y="0"/>
          <a:ext cx="0" cy="0"/>
          <a:chOff x="0" y="0"/>
          <a:chExt cx="0" cy="0"/>
        </a:xfrm>
      </p:grpSpPr>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_1">
    <p:bg>
      <p:bgPr>
        <a:solidFill>
          <a:schemeClr val="lt1"/>
        </a:solidFill>
      </p:bgPr>
    </p:bg>
    <p:spTree>
      <p:nvGrpSpPr>
        <p:cNvPr id="1" name=""/>
        <p:cNvGrpSpPr/>
        <p:nvPr/>
      </p:nvGrpSpPr>
      <p:grpSpPr>
        <a:xfrm>
          <a:off x="0" y="0"/>
          <a:ext cx="0" cy="0"/>
          <a:chOff x="0" y="0"/>
          <a:chExt cx="0" cy="0"/>
        </a:xfrm>
      </p:grpSpPr>
      <p:pic>
        <p:nvPicPr>
          <p:cNvPr id="324" name="Google Shape;472;p49" descr=""/>
          <p:cNvPicPr/>
          <p:nvPr/>
        </p:nvPicPr>
        <p:blipFill>
          <a:blip r:embed="rId2"/>
          <a:stretch/>
        </p:blipFill>
        <p:spPr>
          <a:xfrm rot="9305400">
            <a:off x="6956280" y="-35640"/>
            <a:ext cx="1923840" cy="4667040"/>
          </a:xfrm>
          <a:prstGeom prst="rect">
            <a:avLst/>
          </a:prstGeom>
          <a:noFill/>
          <a:ln w="0">
            <a:noFill/>
          </a:ln>
        </p:spPr>
      </p:pic>
      <p:pic>
        <p:nvPicPr>
          <p:cNvPr id="325" name="Google Shape;473;p49" descr=""/>
          <p:cNvPicPr/>
          <p:nvPr/>
        </p:nvPicPr>
        <p:blipFill>
          <a:blip r:embed="rId3"/>
          <a:stretch/>
        </p:blipFill>
        <p:spPr>
          <a:xfrm rot="5400000">
            <a:off x="6172560" y="658080"/>
            <a:ext cx="3810600" cy="2732040"/>
          </a:xfrm>
          <a:prstGeom prst="rect">
            <a:avLst/>
          </a:prstGeom>
          <a:noFill/>
          <a:ln w="0">
            <a:noFill/>
          </a:ln>
        </p:spPr>
      </p:pic>
      <p:pic>
        <p:nvPicPr>
          <p:cNvPr id="326" name="Google Shape;474;p49" descr=""/>
          <p:cNvPicPr/>
          <p:nvPr/>
        </p:nvPicPr>
        <p:blipFill>
          <a:blip r:embed="rId4"/>
          <a:stretch/>
        </p:blipFill>
        <p:spPr>
          <a:xfrm>
            <a:off x="155520" y="1026000"/>
            <a:ext cx="1773720" cy="4039200"/>
          </a:xfrm>
          <a:prstGeom prst="rect">
            <a:avLst/>
          </a:prstGeom>
          <a:noFill/>
          <a:ln w="0">
            <a:noFill/>
          </a:ln>
        </p:spPr>
      </p:pic>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_1_1">
    <p:bg>
      <p:bgPr>
        <a:solidFill>
          <a:schemeClr val="lt1"/>
        </a:solidFill>
      </p:bgPr>
    </p:bg>
    <p:spTree>
      <p:nvGrpSpPr>
        <p:cNvPr id="1" name=""/>
        <p:cNvGrpSpPr/>
        <p:nvPr/>
      </p:nvGrpSpPr>
      <p:grpSpPr>
        <a:xfrm>
          <a:off x="0" y="0"/>
          <a:ext cx="0" cy="0"/>
          <a:chOff x="0" y="0"/>
          <a:chExt cx="0" cy="0"/>
        </a:xfrm>
      </p:grpSpPr>
      <p:pic>
        <p:nvPicPr>
          <p:cNvPr id="327" name="Google Shape;476;p50" descr=""/>
          <p:cNvPicPr/>
          <p:nvPr/>
        </p:nvPicPr>
        <p:blipFill>
          <a:blip r:embed="rId2"/>
          <a:stretch/>
        </p:blipFill>
        <p:spPr>
          <a:xfrm rot="10800000">
            <a:off x="7178760" y="160560"/>
            <a:ext cx="2504160" cy="1436760"/>
          </a:xfrm>
          <a:prstGeom prst="rect">
            <a:avLst/>
          </a:prstGeom>
          <a:noFill/>
          <a:ln w="0">
            <a:noFill/>
          </a:ln>
        </p:spPr>
      </p:pic>
      <p:pic>
        <p:nvPicPr>
          <p:cNvPr id="328" name="Google Shape;477;p50" descr=""/>
          <p:cNvPicPr/>
          <p:nvPr/>
        </p:nvPicPr>
        <p:blipFill>
          <a:blip r:embed="rId3"/>
          <a:stretch/>
        </p:blipFill>
        <p:spPr>
          <a:xfrm rot="4956600">
            <a:off x="5559120" y="-1676520"/>
            <a:ext cx="2386440" cy="4381200"/>
          </a:xfrm>
          <a:prstGeom prst="rect">
            <a:avLst/>
          </a:prstGeom>
          <a:noFill/>
          <a:ln w="0">
            <a:noFill/>
          </a:ln>
        </p:spPr>
      </p:pic>
      <p:pic>
        <p:nvPicPr>
          <p:cNvPr id="329" name="Google Shape;478;p50" descr=""/>
          <p:cNvPicPr/>
          <p:nvPr/>
        </p:nvPicPr>
        <p:blipFill>
          <a:blip r:embed="rId4"/>
          <a:stretch/>
        </p:blipFill>
        <p:spPr>
          <a:xfrm rot="16200000">
            <a:off x="132480" y="2106360"/>
            <a:ext cx="2786040" cy="2161440"/>
          </a:xfrm>
          <a:prstGeom prst="rect">
            <a:avLst/>
          </a:prstGeom>
          <a:noFill/>
          <a:ln w="0">
            <a:noFill/>
          </a:ln>
        </p:spPr>
      </p:pic>
      <p:pic>
        <p:nvPicPr>
          <p:cNvPr id="330" name="Google Shape;479;p50" descr=""/>
          <p:cNvPicPr/>
          <p:nvPr/>
        </p:nvPicPr>
        <p:blipFill>
          <a:blip r:embed="rId5"/>
          <a:stretch/>
        </p:blipFill>
        <p:spPr>
          <a:xfrm rot="16200000">
            <a:off x="-119160" y="3372840"/>
            <a:ext cx="2057760" cy="1992960"/>
          </a:xfrm>
          <a:prstGeom prst="rect">
            <a:avLst/>
          </a:prstGeom>
          <a:noFill/>
          <a:ln w="0">
            <a:noFill/>
          </a:ln>
        </p:spPr>
      </p:pic>
      <p:pic>
        <p:nvPicPr>
          <p:cNvPr id="331" name="Google Shape;480;p50" descr=""/>
          <p:cNvPicPr/>
          <p:nvPr/>
        </p:nvPicPr>
        <p:blipFill>
          <a:blip r:embed="rId6"/>
          <a:stretch/>
        </p:blipFill>
        <p:spPr>
          <a:xfrm rot="10800000">
            <a:off x="6645960" y="3698640"/>
            <a:ext cx="1840680" cy="1699560"/>
          </a:xfrm>
          <a:prstGeom prst="rect">
            <a:avLst/>
          </a:prstGeom>
          <a:noFill/>
          <a:ln w="0">
            <a:noFill/>
          </a:ln>
        </p:spPr>
      </p:pic>
      <p:pic>
        <p:nvPicPr>
          <p:cNvPr id="332" name="Google Shape;481;p50" descr=""/>
          <p:cNvPicPr/>
          <p:nvPr/>
        </p:nvPicPr>
        <p:blipFill>
          <a:blip r:embed="rId7"/>
          <a:stretch/>
        </p:blipFill>
        <p:spPr>
          <a:xfrm flipH="1" rot="16200000">
            <a:off x="7220520" y="3593880"/>
            <a:ext cx="1571760" cy="2036160"/>
          </a:xfrm>
          <a:prstGeom prst="rect">
            <a:avLst/>
          </a:prstGeom>
          <a:noFill/>
          <a:ln w="0">
            <a:noFill/>
          </a:ln>
        </p:spPr>
      </p:pic>
      <p:pic>
        <p:nvPicPr>
          <p:cNvPr id="333" name="Google Shape;482;p50" descr=""/>
          <p:cNvPicPr/>
          <p:nvPr/>
        </p:nvPicPr>
        <p:blipFill>
          <a:blip r:embed="rId8"/>
          <a:stretch/>
        </p:blipFill>
        <p:spPr>
          <a:xfrm rot="358800">
            <a:off x="-398880" y="-654480"/>
            <a:ext cx="2001960" cy="4559040"/>
          </a:xfrm>
          <a:prstGeom prst="rect">
            <a:avLst/>
          </a:prstGeom>
          <a:noFill/>
          <a:ln w="0">
            <a:noFill/>
          </a:ln>
        </p:spPr>
      </p:pic>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334" name="PlaceHolder 1"/>
          <p:cNvSpPr>
            <a:spLocks noGrp="1"/>
          </p:cNvSpPr>
          <p:nvPr>
            <p:ph type="title"/>
          </p:nvPr>
        </p:nvSpPr>
        <p:spPr>
          <a:xfrm>
            <a:off x="713160" y="539640"/>
            <a:ext cx="771732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pic>
        <p:nvPicPr>
          <p:cNvPr id="335" name="Google Shape;44;p6" descr=""/>
          <p:cNvPicPr/>
          <p:nvPr/>
        </p:nvPicPr>
        <p:blipFill>
          <a:blip r:embed="rId2"/>
          <a:stretch/>
        </p:blipFill>
        <p:spPr>
          <a:xfrm rot="7597200">
            <a:off x="-1389240" y="772560"/>
            <a:ext cx="2386440" cy="4381200"/>
          </a:xfrm>
          <a:prstGeom prst="rect">
            <a:avLst/>
          </a:prstGeom>
          <a:noFill/>
          <a:ln w="0">
            <a:noFill/>
          </a:ln>
        </p:spPr>
      </p:pic>
      <p:pic>
        <p:nvPicPr>
          <p:cNvPr id="336" name="Google Shape;45;p6" descr=""/>
          <p:cNvPicPr/>
          <p:nvPr/>
        </p:nvPicPr>
        <p:blipFill>
          <a:blip r:embed="rId3"/>
          <a:stretch/>
        </p:blipFill>
        <p:spPr>
          <a:xfrm rot="16200000">
            <a:off x="531360" y="-1746000"/>
            <a:ext cx="1445760" cy="3292200"/>
          </a:xfrm>
          <a:prstGeom prst="rect">
            <a:avLst/>
          </a:prstGeom>
          <a:noFill/>
          <a:ln w="0">
            <a:noFill/>
          </a:ln>
        </p:spPr>
      </p:pic>
      <p:pic>
        <p:nvPicPr>
          <p:cNvPr id="337" name="Google Shape;46;p6" descr=""/>
          <p:cNvPicPr/>
          <p:nvPr/>
        </p:nvPicPr>
        <p:blipFill>
          <a:blip r:embed="rId4"/>
          <a:stretch/>
        </p:blipFill>
        <p:spPr>
          <a:xfrm>
            <a:off x="8181000" y="-333000"/>
            <a:ext cx="1730160" cy="1597680"/>
          </a:xfrm>
          <a:prstGeom prst="rect">
            <a:avLst/>
          </a:prstGeom>
          <a:noFill/>
          <a:ln w="0">
            <a:noFill/>
          </a:ln>
        </p:spPr>
      </p:pic>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338" name="PlaceHolder 1"/>
          <p:cNvSpPr>
            <a:spLocks noGrp="1"/>
          </p:cNvSpPr>
          <p:nvPr>
            <p:ph type="title"/>
          </p:nvPr>
        </p:nvSpPr>
        <p:spPr>
          <a:xfrm>
            <a:off x="4222800" y="1553400"/>
            <a:ext cx="4046040" cy="60156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339" name="PlaceHolder 2"/>
          <p:cNvSpPr>
            <a:spLocks noGrp="1"/>
          </p:cNvSpPr>
          <p:nvPr>
            <p:ph type="body"/>
          </p:nvPr>
        </p:nvSpPr>
        <p:spPr>
          <a:xfrm>
            <a:off x="4222800" y="2214000"/>
            <a:ext cx="4046040" cy="143460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600" strike="noStrike" u="none">
                <a:solidFill>
                  <a:srgbClr val="000000"/>
                </a:solidFill>
                <a:effectLst/>
                <a:uFillTx/>
                <a:latin typeface="Arial"/>
              </a:rPr>
              <a:t>Click to edit the outline text format</a:t>
            </a:r>
            <a:endParaRPr b="0" lang="fr-FR" sz="16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600" strike="noStrike" u="none">
                <a:solidFill>
                  <a:srgbClr val="000000"/>
                </a:solidFill>
                <a:effectLst/>
                <a:uFillTx/>
                <a:latin typeface="Arial"/>
              </a:rPr>
              <a:t>Second Outline Level</a:t>
            </a:r>
            <a:endParaRPr b="0" lang="fr-FR" sz="16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600" strike="noStrike" u="none">
                <a:solidFill>
                  <a:srgbClr val="000000"/>
                </a:solidFill>
                <a:effectLst/>
                <a:uFillTx/>
                <a:latin typeface="Arial"/>
              </a:rPr>
              <a:t>Third Outline Level</a:t>
            </a:r>
            <a:endParaRPr b="0" lang="fr-FR" sz="16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600" strike="noStrike" u="none">
                <a:solidFill>
                  <a:srgbClr val="000000"/>
                </a:solidFill>
                <a:effectLst/>
                <a:uFillTx/>
                <a:latin typeface="Arial"/>
              </a:rPr>
              <a:t>Fourth Outline Level</a:t>
            </a:r>
            <a:endParaRPr b="0" lang="fr-FR" sz="16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Fifth Outline Level</a:t>
            </a:r>
            <a:endParaRPr b="0" lang="fr-FR" sz="16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Sixth Outline Level</a:t>
            </a:r>
            <a:endParaRPr b="0" lang="fr-FR" sz="16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600" strike="noStrike" u="none">
                <a:solidFill>
                  <a:srgbClr val="000000"/>
                </a:solidFill>
                <a:effectLst/>
                <a:uFillTx/>
                <a:latin typeface="Arial"/>
              </a:rPr>
              <a:t>Seventh Outline Level</a:t>
            </a:r>
            <a:endParaRPr b="0" lang="fr-FR" sz="1600" strike="noStrike" u="none">
              <a:solidFill>
                <a:srgbClr val="000000"/>
              </a:solidFill>
              <a:effectLst/>
              <a:uFillTx/>
              <a:latin typeface="Arial"/>
            </a:endParaRPr>
          </a:p>
        </p:txBody>
      </p:sp>
      <p:pic>
        <p:nvPicPr>
          <p:cNvPr id="340" name="Google Shape;50;p7" descr=""/>
          <p:cNvPicPr/>
          <p:nvPr/>
        </p:nvPicPr>
        <p:blipFill>
          <a:blip r:embed="rId2"/>
          <a:stretch/>
        </p:blipFill>
        <p:spPr>
          <a:xfrm rot="3883200">
            <a:off x="6999840" y="-192960"/>
            <a:ext cx="2568600" cy="1473840"/>
          </a:xfrm>
          <a:prstGeom prst="rect">
            <a:avLst/>
          </a:prstGeom>
          <a:noFill/>
          <a:ln w="0">
            <a:noFill/>
          </a:ln>
        </p:spPr>
      </p:pic>
      <p:pic>
        <p:nvPicPr>
          <p:cNvPr id="341" name="Google Shape;51;p7" descr=""/>
          <p:cNvPicPr/>
          <p:nvPr/>
        </p:nvPicPr>
        <p:blipFill>
          <a:blip r:embed="rId3"/>
          <a:stretch/>
        </p:blipFill>
        <p:spPr>
          <a:xfrm>
            <a:off x="6784560" y="3985560"/>
            <a:ext cx="1840680" cy="1699560"/>
          </a:xfrm>
          <a:prstGeom prst="rect">
            <a:avLst/>
          </a:prstGeom>
          <a:noFill/>
          <a:ln w="0">
            <a:noFill/>
          </a:ln>
        </p:spPr>
      </p:pic>
      <p:pic>
        <p:nvPicPr>
          <p:cNvPr id="342" name="Google Shape;52;p7" descr=""/>
          <p:cNvPicPr/>
          <p:nvPr/>
        </p:nvPicPr>
        <p:blipFill>
          <a:blip r:embed="rId4"/>
          <a:stretch/>
        </p:blipFill>
        <p:spPr>
          <a:xfrm>
            <a:off x="588960" y="-168120"/>
            <a:ext cx="1840680" cy="1782360"/>
          </a:xfrm>
          <a:prstGeom prst="rect">
            <a:avLst/>
          </a:prstGeom>
          <a:noFill/>
          <a:ln w="0">
            <a:noFill/>
          </a:ln>
        </p:spPr>
      </p:pic>
      <p:pic>
        <p:nvPicPr>
          <p:cNvPr id="343" name="Google Shape;53;p7" descr=""/>
          <p:cNvPicPr/>
          <p:nvPr/>
        </p:nvPicPr>
        <p:blipFill>
          <a:blip r:embed="rId5"/>
          <a:stretch/>
        </p:blipFill>
        <p:spPr>
          <a:xfrm>
            <a:off x="175680" y="-881280"/>
            <a:ext cx="2386440" cy="4381200"/>
          </a:xfrm>
          <a:prstGeom prst="rect">
            <a:avLst/>
          </a:prstGeom>
          <a:noFill/>
          <a:ln w="0">
            <a:noFill/>
          </a:ln>
        </p:spPr>
      </p:pic>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344" name="PlaceHolder 1"/>
          <p:cNvSpPr>
            <a:spLocks noGrp="1"/>
          </p:cNvSpPr>
          <p:nvPr>
            <p:ph type="title"/>
          </p:nvPr>
        </p:nvSpPr>
        <p:spPr>
          <a:xfrm>
            <a:off x="2510280" y="1428840"/>
            <a:ext cx="4123440" cy="2285640"/>
          </a:xfrm>
          <a:prstGeom prst="rect">
            <a:avLst/>
          </a:prstGeom>
          <a:noFill/>
          <a:ln w="0">
            <a:noFill/>
          </a:ln>
        </p:spPr>
        <p:txBody>
          <a:bodyPr lIns="91440" rIns="91440" tIns="91440" bIns="91440" anchor="t">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pic>
        <p:nvPicPr>
          <p:cNvPr id="345" name="Google Shape;56;p8" descr=""/>
          <p:cNvPicPr/>
          <p:nvPr/>
        </p:nvPicPr>
        <p:blipFill>
          <a:blip r:embed="rId2"/>
          <a:stretch/>
        </p:blipFill>
        <p:spPr>
          <a:xfrm rot="5400000">
            <a:off x="4841640" y="-1829160"/>
            <a:ext cx="2386440" cy="4381200"/>
          </a:xfrm>
          <a:prstGeom prst="rect">
            <a:avLst/>
          </a:prstGeom>
          <a:noFill/>
          <a:ln w="0">
            <a:noFill/>
          </a:ln>
        </p:spPr>
      </p:pic>
      <p:pic>
        <p:nvPicPr>
          <p:cNvPr id="346" name="Google Shape;57;p8" descr=""/>
          <p:cNvPicPr/>
          <p:nvPr/>
        </p:nvPicPr>
        <p:blipFill>
          <a:blip r:embed="rId3"/>
          <a:stretch/>
        </p:blipFill>
        <p:spPr>
          <a:xfrm rot="20934600">
            <a:off x="3600" y="-621720"/>
            <a:ext cx="1923840" cy="4667040"/>
          </a:xfrm>
          <a:prstGeom prst="rect">
            <a:avLst/>
          </a:prstGeom>
          <a:noFill/>
          <a:ln w="0">
            <a:noFill/>
          </a:ln>
        </p:spPr>
      </p:pic>
      <p:pic>
        <p:nvPicPr>
          <p:cNvPr id="347" name="Google Shape;58;p8" descr=""/>
          <p:cNvPicPr/>
          <p:nvPr/>
        </p:nvPicPr>
        <p:blipFill>
          <a:blip r:embed="rId4"/>
          <a:stretch/>
        </p:blipFill>
        <p:spPr>
          <a:xfrm rot="19960800">
            <a:off x="562680" y="1270080"/>
            <a:ext cx="2001960" cy="4559040"/>
          </a:xfrm>
          <a:prstGeom prst="rect">
            <a:avLst/>
          </a:prstGeom>
          <a:noFill/>
          <a:ln w="0">
            <a:noFill/>
          </a:ln>
        </p:spPr>
      </p:pic>
      <p:pic>
        <p:nvPicPr>
          <p:cNvPr id="348" name="Google Shape;59;p8" descr=""/>
          <p:cNvPicPr/>
          <p:nvPr/>
        </p:nvPicPr>
        <p:blipFill>
          <a:blip r:embed="rId5"/>
          <a:stretch/>
        </p:blipFill>
        <p:spPr>
          <a:xfrm rot="1940400">
            <a:off x="7146360" y="3225600"/>
            <a:ext cx="2568600" cy="1473840"/>
          </a:xfrm>
          <a:prstGeom prst="rect">
            <a:avLst/>
          </a:prstGeom>
          <a:noFill/>
          <a:ln w="0">
            <a:noFill/>
          </a:ln>
        </p:spPr>
      </p:pic>
      <p:pic>
        <p:nvPicPr>
          <p:cNvPr id="349" name="Google Shape;60;p8" descr=""/>
          <p:cNvPicPr/>
          <p:nvPr/>
        </p:nvPicPr>
        <p:blipFill>
          <a:blip r:embed="rId6"/>
          <a:stretch/>
        </p:blipFill>
        <p:spPr>
          <a:xfrm rot="5400000">
            <a:off x="6687720" y="3507480"/>
            <a:ext cx="1392840" cy="1348920"/>
          </a:xfrm>
          <a:prstGeom prst="rect">
            <a:avLst/>
          </a:prstGeom>
          <a:noFill/>
          <a:ln w="0">
            <a:noFill/>
          </a:ln>
        </p:spPr>
      </p:pic>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350" name="PlaceHolder 1"/>
          <p:cNvSpPr>
            <a:spLocks noGrp="1"/>
          </p:cNvSpPr>
          <p:nvPr>
            <p:ph type="title"/>
          </p:nvPr>
        </p:nvSpPr>
        <p:spPr>
          <a:xfrm>
            <a:off x="2683800" y="1533240"/>
            <a:ext cx="3776400" cy="648720"/>
          </a:xfrm>
          <a:prstGeom prst="rect">
            <a:avLst/>
          </a:prstGeom>
          <a:noFill/>
          <a:ln w="0">
            <a:noFill/>
          </a:ln>
        </p:spPr>
        <p:txBody>
          <a:bodyPr lIns="91440" rIns="91440" tIns="91440" bIns="91440" anchor="t">
            <a:noAutofit/>
          </a:bodyPr>
          <a:p>
            <a:pPr indent="0">
              <a:buNone/>
            </a:pPr>
            <a:r>
              <a:rPr b="0" lang="fr-FR" sz="4200" strike="noStrike" u="none">
                <a:solidFill>
                  <a:schemeClr val="dk1"/>
                </a:solidFill>
                <a:effectLst/>
                <a:uFillTx/>
                <a:latin typeface="Arial"/>
              </a:rPr>
              <a:t>Click to edit the title text format</a:t>
            </a:r>
            <a:endParaRPr b="0" lang="fr-FR" sz="4200" strike="noStrike" u="none">
              <a:solidFill>
                <a:schemeClr val="dk1"/>
              </a:solidFill>
              <a:effectLst/>
              <a:uFillTx/>
              <a:latin typeface="Arial"/>
            </a:endParaRPr>
          </a:p>
        </p:txBody>
      </p:sp>
      <p:pic>
        <p:nvPicPr>
          <p:cNvPr id="351" name="Google Shape;64;p9" descr=""/>
          <p:cNvPicPr/>
          <p:nvPr/>
        </p:nvPicPr>
        <p:blipFill>
          <a:blip r:embed="rId2"/>
          <a:stretch/>
        </p:blipFill>
        <p:spPr>
          <a:xfrm rot="3905400">
            <a:off x="1835280" y="-2291400"/>
            <a:ext cx="1923840" cy="4667040"/>
          </a:xfrm>
          <a:prstGeom prst="rect">
            <a:avLst/>
          </a:prstGeom>
          <a:noFill/>
          <a:ln w="0">
            <a:noFill/>
          </a:ln>
        </p:spPr>
      </p:pic>
      <p:pic>
        <p:nvPicPr>
          <p:cNvPr id="352" name="Google Shape;65;p9" descr=""/>
          <p:cNvPicPr/>
          <p:nvPr/>
        </p:nvPicPr>
        <p:blipFill>
          <a:blip r:embed="rId3"/>
          <a:stretch/>
        </p:blipFill>
        <p:spPr>
          <a:xfrm>
            <a:off x="618840" y="-1483560"/>
            <a:ext cx="3810600" cy="2732040"/>
          </a:xfrm>
          <a:prstGeom prst="rect">
            <a:avLst/>
          </a:prstGeom>
          <a:noFill/>
          <a:ln w="0">
            <a:noFill/>
          </a:ln>
        </p:spPr>
      </p:pic>
      <p:pic>
        <p:nvPicPr>
          <p:cNvPr id="353" name="Google Shape;66;p9" descr=""/>
          <p:cNvPicPr/>
          <p:nvPr/>
        </p:nvPicPr>
        <p:blipFill>
          <a:blip r:embed="rId4"/>
          <a:stretch/>
        </p:blipFill>
        <p:spPr>
          <a:xfrm rot="18317400">
            <a:off x="789840" y="2486880"/>
            <a:ext cx="1773720" cy="4039200"/>
          </a:xfrm>
          <a:prstGeom prst="rect">
            <a:avLst/>
          </a:prstGeom>
          <a:noFill/>
          <a:ln w="0">
            <a:noFill/>
          </a:ln>
        </p:spPr>
      </p:pic>
      <p:pic>
        <p:nvPicPr>
          <p:cNvPr id="354" name="Google Shape;67;p9" descr=""/>
          <p:cNvPicPr/>
          <p:nvPr/>
        </p:nvPicPr>
        <p:blipFill>
          <a:blip r:embed="rId5"/>
          <a:stretch/>
        </p:blipFill>
        <p:spPr>
          <a:xfrm rot="10800000">
            <a:off x="7253640" y="3556800"/>
            <a:ext cx="2504160" cy="1436760"/>
          </a:xfrm>
          <a:prstGeom prst="rect">
            <a:avLst/>
          </a:prstGeom>
          <a:noFill/>
          <a:ln w="0">
            <a:noFill/>
          </a:ln>
        </p:spPr>
      </p:pic>
      <p:pic>
        <p:nvPicPr>
          <p:cNvPr id="355" name="Google Shape;68;p9" descr=""/>
          <p:cNvPicPr/>
          <p:nvPr/>
        </p:nvPicPr>
        <p:blipFill>
          <a:blip r:embed="rId6"/>
          <a:stretch/>
        </p:blipFill>
        <p:spPr>
          <a:xfrm rot="4512000">
            <a:off x="7355160" y="2408400"/>
            <a:ext cx="1697040" cy="1643400"/>
          </a:xfrm>
          <a:prstGeom prst="rect">
            <a:avLst/>
          </a:prstGeom>
          <a:noFill/>
          <a:ln w="0">
            <a:noFill/>
          </a:ln>
        </p:spPr>
      </p:pic>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356" name="PlaceHolder 1"/>
          <p:cNvSpPr>
            <a:spLocks noGrp="1"/>
          </p:cNvSpPr>
          <p:nvPr>
            <p:ph type="title"/>
          </p:nvPr>
        </p:nvSpPr>
        <p:spPr>
          <a:xfrm>
            <a:off x="713160" y="2423520"/>
            <a:ext cx="2574720" cy="20282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slideLayout" Target="../slideLayouts/slideLayout44.xml"/><Relationship Id="rId46" Type="http://schemas.openxmlformats.org/officeDocument/2006/relationships/slideLayout" Target="../slideLayouts/slideLayout45.xml"/><Relationship Id="rId47" Type="http://schemas.openxmlformats.org/officeDocument/2006/relationships/slideLayout" Target="../slideLayouts/slideLayout46.xml"/><Relationship Id="rId48" Type="http://schemas.openxmlformats.org/officeDocument/2006/relationships/slideLayout" Target="../slideLayouts/slideLayout47.xml"/><Relationship Id="rId49" Type="http://schemas.openxmlformats.org/officeDocument/2006/relationships/slideLayout" Target="../slideLayouts/slideLayout48.xml"/><Relationship Id="rId50" Type="http://schemas.openxmlformats.org/officeDocument/2006/relationships/slideLayout" Target="../slideLayouts/slideLayout49.xml"/>
</Relationships>
</file>

<file path=ppt/slideMasters/_rels/slideMaster50.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5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Lst>
</p:sldMaster>
</file>

<file path=ppt/slideMasters/slideMaster5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3.xml"/>
</Relationships>
</file>

<file path=ppt/slides/_rels/slide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1.xml"/>
</Relationships>
</file>

<file path=ppt/slides/_rels/slide1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3.xml"/>
</Relationships>
</file>

<file path=ppt/slides/_rels/slide1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952560" y="1457280"/>
            <a:ext cx="7238520" cy="1809360"/>
          </a:xfrm>
          <a:prstGeom prst="rect">
            <a:avLst/>
          </a:prstGeom>
          <a:noFill/>
          <a:ln w="0">
            <a:noFill/>
          </a:ln>
        </p:spPr>
        <p:txBody>
          <a:bodyPr lIns="91440" rIns="91440" tIns="91440" bIns="91440" anchor="t">
            <a:normAutofit/>
          </a:bodyPr>
          <a:p>
            <a:pPr indent="0" algn="ctr">
              <a:lnSpc>
                <a:spcPct val="100000"/>
              </a:lnSpc>
              <a:buNone/>
              <a:tabLst>
                <a:tab algn="l" pos="0"/>
              </a:tabLst>
            </a:pPr>
            <a:r>
              <a:rPr b="0" lang="en-US" sz="5200" strike="noStrike" u="none">
                <a:solidFill>
                  <a:schemeClr val="dk1"/>
                </a:solidFill>
                <a:effectLst/>
                <a:uFillTx/>
                <a:latin typeface="DM Serif Display"/>
                <a:ea typeface="DM Serif Display"/>
              </a:rPr>
              <a:t>Cardio Shield AI</a:t>
            </a:r>
            <a:endParaRPr b="0" lang="fr-FR" sz="5200" strike="noStrike" u="none">
              <a:solidFill>
                <a:schemeClr val="dk1"/>
              </a:solidFill>
              <a:effectLst/>
              <a:uFillTx/>
              <a:latin typeface="Arial"/>
            </a:endParaRPr>
          </a:p>
        </p:txBody>
      </p:sp>
      <p:sp>
        <p:nvSpPr>
          <p:cNvPr id="358" name="PlaceHolder 2"/>
          <p:cNvSpPr>
            <a:spLocks noGrp="1"/>
          </p:cNvSpPr>
          <p:nvPr>
            <p:ph type="subTitle"/>
          </p:nvPr>
        </p:nvSpPr>
        <p:spPr>
          <a:xfrm>
            <a:off x="1542960" y="3267000"/>
            <a:ext cx="6067080" cy="428400"/>
          </a:xfrm>
          <a:prstGeom prst="rect">
            <a:avLst/>
          </a:prstGeom>
          <a:noFill/>
          <a:ln w="0">
            <a:noFill/>
          </a:ln>
        </p:spPr>
        <p:txBody>
          <a:bodyPr lIns="91440" rIns="91440" tIns="91440" bIns="91440" anchor="t">
            <a:normAutofit/>
          </a:bodyPr>
          <a:p>
            <a:pPr indent="0" algn="ctr">
              <a:lnSpc>
                <a:spcPct val="100000"/>
              </a:lnSpc>
              <a:buNone/>
              <a:tabLst>
                <a:tab algn="l" pos="0"/>
              </a:tabLst>
            </a:pPr>
            <a:r>
              <a:rPr b="0" lang="en-US" sz="1600" strike="noStrike" u="none">
                <a:solidFill>
                  <a:schemeClr val="dk1"/>
                </a:solidFill>
                <a:effectLst/>
                <a:uFillTx/>
                <a:latin typeface="Karla"/>
                <a:ea typeface="Karla"/>
              </a:rPr>
              <a:t>Revolutionizing Heart Health Prevention</a:t>
            </a:r>
            <a:endParaRPr b="0" lang="en-US" sz="1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ubTitle"/>
          </p:nvPr>
        </p:nvSpPr>
        <p:spPr>
          <a:xfrm>
            <a:off x="981000" y="2000160"/>
            <a:ext cx="4057200" cy="1933200"/>
          </a:xfrm>
          <a:prstGeom prst="rect">
            <a:avLst/>
          </a:prstGeom>
          <a:noFill/>
          <a:ln w="0">
            <a:noFill/>
          </a:ln>
        </p:spPr>
        <p:txBody>
          <a:bodyPr lIns="91440" rIns="91440" tIns="91440" bIns="91440" anchor="t">
            <a:normAutofit fontScale="77500" lnSpcReduction="19999"/>
          </a:bodyPr>
          <a:p>
            <a:pPr marL="457200" indent="-333360">
              <a:lnSpc>
                <a:spcPct val="150000"/>
              </a:lnSpc>
              <a:tabLst>
                <a:tab algn="l" pos="0"/>
              </a:tabLst>
            </a:pPr>
            <a:r>
              <a:rPr b="0" lang="en-US" sz="1600" strike="noStrike" u="none">
                <a:solidFill>
                  <a:schemeClr val="dk1"/>
                </a:solidFill>
                <a:effectLst/>
                <a:uFillTx/>
                <a:latin typeface="Karla"/>
                <a:ea typeface="Karla"/>
              </a:rPr>
              <a:t>Cardio Shield AI leverages advanced artificial intelligence to enable </a:t>
            </a:r>
            <a:r>
              <a:rPr b="0" i="1" lang="en-US" sz="1600" strike="noStrike" u="none">
                <a:solidFill>
                  <a:schemeClr val="dk1"/>
                </a:solidFill>
                <a:effectLst/>
                <a:uFillTx/>
                <a:latin typeface="Karla"/>
                <a:ea typeface="Karla"/>
              </a:rPr>
              <a:t>early detection</a:t>
            </a:r>
            <a:r>
              <a:rPr b="0" lang="en-US" sz="1600" strike="noStrike" u="none">
                <a:solidFill>
                  <a:schemeClr val="dk1"/>
                </a:solidFill>
                <a:effectLst/>
                <a:uFillTx/>
                <a:latin typeface="Karla"/>
                <a:ea typeface="Karla"/>
              </a:rPr>
              <a:t> and prevention of heart diseases. By analyzing routine patient data, it provides personalized risk assessments that support timely interventions. This presentation explores the systems purpose, benefits, and its potential to transform healthcare outcomes.</a:t>
            </a:r>
            <a:endParaRPr b="0" lang="en-US" sz="1600" strike="noStrike" u="none">
              <a:solidFill>
                <a:srgbClr val="000000"/>
              </a:solidFill>
              <a:effectLst/>
              <a:uFillTx/>
              <a:latin typeface="OpenSymbol"/>
            </a:endParaRPr>
          </a:p>
        </p:txBody>
      </p:sp>
      <p:sp>
        <p:nvSpPr>
          <p:cNvPr id="360" name="PlaceHolder 2"/>
          <p:cNvSpPr>
            <a:spLocks noGrp="1"/>
          </p:cNvSpPr>
          <p:nvPr>
            <p:ph type="title"/>
          </p:nvPr>
        </p:nvSpPr>
        <p:spPr>
          <a:xfrm>
            <a:off x="714240" y="542880"/>
            <a:ext cx="771480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0" lang="en-US" sz="2800" strike="noStrike" u="none">
                <a:solidFill>
                  <a:schemeClr val="dk1"/>
                </a:solidFill>
                <a:effectLst/>
                <a:uFillTx/>
                <a:latin typeface="DM Serif Display"/>
                <a:ea typeface="DM Serif Display"/>
              </a:rPr>
              <a:t>Introduction</a:t>
            </a:r>
            <a:endParaRPr b="0" lang="fr-FR" sz="2800" strike="noStrike" u="none">
              <a:solidFill>
                <a:schemeClr val="dk1"/>
              </a:solidFill>
              <a:effectLst/>
              <a:uFillTx/>
              <a:latin typeface="Arial"/>
            </a:endParaRPr>
          </a:p>
        </p:txBody>
      </p:sp>
      <p:sp>
        <p:nvSpPr>
          <p:cNvPr id="361" name="Google Shape;1215;p96"/>
          <p:cNvSpPr/>
          <p:nvPr/>
        </p:nvSpPr>
        <p:spPr>
          <a:xfrm flipH="1">
            <a:off x="5203080" y="1432440"/>
            <a:ext cx="2959200" cy="2959200"/>
          </a:xfrm>
          <a:prstGeom prst="ellipse">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
          <p:cNvSpPr/>
          <p:nvPr/>
        </p:nvSpPr>
        <p:spPr>
          <a:xfrm>
            <a:off x="5048280" y="476280"/>
            <a:ext cx="2285640" cy="952200"/>
          </a:xfrm>
          <a:prstGeom prst="rect">
            <a:avLst/>
          </a:prstGeom>
          <a:noFill/>
          <a:ln w="0">
            <a:noFill/>
          </a:ln>
        </p:spPr>
        <p:style>
          <a:lnRef idx="0"/>
          <a:fillRef idx="0"/>
          <a:effectRef idx="0"/>
          <a:fontRef idx="minor"/>
        </p:style>
        <p:txBody>
          <a:bodyPr anchor="t">
            <a:spAutoFit/>
          </a:bodyPr>
          <a:p>
            <a:pPr defTabSz="914400">
              <a:lnSpc>
                <a:spcPct val="100000"/>
              </a:lnSpc>
              <a:tabLst>
                <a:tab algn="l" pos="0"/>
              </a:tabLst>
            </a:pPr>
            <a:r>
              <a:rPr b="1" lang="en-US" sz="5000" strike="noStrike" u="none">
                <a:solidFill>
                  <a:schemeClr val="dk1"/>
                </a:solidFill>
                <a:effectLst/>
                <a:uFillTx/>
                <a:latin typeface="Calibri"/>
              </a:rPr>
              <a:t>01</a:t>
            </a:r>
            <a:endParaRPr b="0" lang="en-US" sz="5000" strike="noStrike" u="none">
              <a:solidFill>
                <a:srgbClr val="000000"/>
              </a:solidFill>
              <a:effectLst/>
              <a:uFillTx/>
              <a:latin typeface="OpenSymbol"/>
            </a:endParaRPr>
          </a:p>
        </p:txBody>
      </p:sp>
      <p:sp>
        <p:nvSpPr>
          <p:cNvPr id="363" name=""/>
          <p:cNvSpPr/>
          <p:nvPr/>
        </p:nvSpPr>
        <p:spPr>
          <a:xfrm>
            <a:off x="5048280" y="1428840"/>
            <a:ext cx="3619080" cy="14284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4000" strike="noStrike" u="none">
                <a:solidFill>
                  <a:schemeClr val="dk1"/>
                </a:solidFill>
                <a:effectLst/>
                <a:uFillTx/>
                <a:latin typeface="DM Serif Display"/>
              </a:rPr>
              <a:t>Heart Disease Overview</a:t>
            </a:r>
            <a:endParaRPr b="0" lang="en-US" sz="4000" strike="noStrike" u="none">
              <a:solidFill>
                <a:srgbClr val="000000"/>
              </a:solidFill>
              <a:effectLst/>
              <a:uFillTx/>
              <a:latin typeface="OpenSymbol"/>
            </a:endParaRPr>
          </a:p>
        </p:txBody>
      </p:sp>
      <p:pic>
        <p:nvPicPr>
          <p:cNvPr id="364" name="image699def84d3dfd" descr="image699def84d3e04"/>
          <p:cNvPicPr/>
          <p:nvPr/>
        </p:nvPicPr>
        <p:blipFill>
          <a:blip r:embed="rId1"/>
          <a:stretch/>
        </p:blipFill>
        <p:spPr>
          <a:xfrm>
            <a:off x="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
          <p:cNvSpPr/>
          <p:nvPr/>
        </p:nvSpPr>
        <p:spPr>
          <a:xfrm>
            <a:off x="476280" y="476280"/>
            <a:ext cx="8191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800" strike="noStrike" u="none">
                <a:solidFill>
                  <a:schemeClr val="dk1"/>
                </a:solidFill>
                <a:effectLst/>
                <a:uFillTx/>
                <a:latin typeface="DM Serif Display"/>
              </a:rPr>
              <a:t>Causes of Heart Disease</a:t>
            </a:r>
            <a:endParaRPr b="0" lang="en-US" sz="2800" strike="noStrike" u="none">
              <a:solidFill>
                <a:srgbClr val="000000"/>
              </a:solidFill>
              <a:effectLst/>
              <a:uFillTx/>
              <a:latin typeface="OpenSymbol"/>
            </a:endParaRPr>
          </a:p>
        </p:txBody>
      </p:sp>
      <p:sp>
        <p:nvSpPr>
          <p:cNvPr id="366"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1"/>
                </a:solidFill>
                <a:effectLst/>
                <a:uFillTx/>
                <a:latin typeface="Karla"/>
              </a:rPr>
              <a:t>Heart disease arises from multiple factors including </a:t>
            </a:r>
            <a:r>
              <a:rPr b="1" lang="en-US" sz="1200" strike="noStrike" u="none">
                <a:solidFill>
                  <a:schemeClr val="dk1"/>
                </a:solidFill>
                <a:effectLst/>
                <a:uFillTx/>
                <a:latin typeface="Karla"/>
              </a:rPr>
              <a:t>genetic predisposition</a:t>
            </a:r>
            <a:r>
              <a:rPr b="0" lang="en-US" sz="1200" strike="noStrike" u="none">
                <a:solidFill>
                  <a:schemeClr val="dk1"/>
                </a:solidFill>
                <a:effectLst/>
                <a:uFillTx/>
                <a:latin typeface="Karla"/>
              </a:rPr>
              <a:t>, unhealthy lifestyle habits such as poor diet and inactivity, and medical conditions like high blood pressure and diabetes. Additionally, obesity imposes extra strain on the heart, increasing the risk of cardiovascular complications.</a:t>
            </a:r>
            <a:endParaRPr b="0" lang="en-US" sz="1200" strike="noStrike" u="none">
              <a:solidFill>
                <a:srgbClr val="000000"/>
              </a:solidFill>
              <a:effectLst/>
              <a:uFillTx/>
              <a:latin typeface="OpenSymbol"/>
            </a:endParaRPr>
          </a:p>
          <a:p>
            <a:pPr defTabSz="914400">
              <a:lnSpc>
                <a:spcPct val="150000"/>
              </a:lnSpc>
              <a:tabLst>
                <a:tab algn="l" pos="0"/>
              </a:tabLst>
            </a:pPr>
            <a:endParaRPr b="0" lang="en-US" sz="1800" strike="noStrike" u="none">
              <a:solidFill>
                <a:srgbClr val="000000"/>
              </a:solidFill>
              <a:effectLst/>
              <a:uFillTx/>
              <a:latin typeface="OpenSymbol"/>
            </a:endParaRPr>
          </a:p>
          <a:p>
            <a:pPr defTabSz="914400">
              <a:lnSpc>
                <a:spcPct val="150000"/>
              </a:lnSpc>
              <a:tabLst>
                <a:tab algn="l" pos="0"/>
              </a:tabLst>
            </a:pPr>
            <a:r>
              <a:rPr b="0" lang="en-US" sz="1200" strike="noStrike" u="none">
                <a:solidFill>
                  <a:schemeClr val="dk1"/>
                </a:solidFill>
                <a:effectLst/>
                <a:uFillTx/>
                <a:latin typeface="Karla"/>
              </a:rPr>
              <a:t>Understanding these causes is crucial in developing effective prevention strategies.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
          <p:cNvSpPr/>
          <p:nvPr/>
        </p:nvSpPr>
        <p:spPr>
          <a:xfrm>
            <a:off x="5048280" y="476280"/>
            <a:ext cx="3619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800" strike="noStrike" u="none">
                <a:solidFill>
                  <a:schemeClr val="dk1"/>
                </a:solidFill>
                <a:effectLst/>
                <a:uFillTx/>
                <a:latin typeface="DM Serif Display"/>
              </a:rPr>
              <a:t>Impact on Health</a:t>
            </a:r>
            <a:endParaRPr b="0" lang="en-US" sz="2800" strike="noStrike" u="none">
              <a:solidFill>
                <a:srgbClr val="000000"/>
              </a:solidFill>
              <a:effectLst/>
              <a:uFillTx/>
              <a:latin typeface="OpenSymbol"/>
            </a:endParaRPr>
          </a:p>
        </p:txBody>
      </p:sp>
      <p:sp>
        <p:nvSpPr>
          <p:cNvPr id="368" name=""/>
          <p:cNvSpPr/>
          <p:nvPr/>
        </p:nvSpPr>
        <p:spPr>
          <a:xfrm>
            <a:off x="5048280" y="1905120"/>
            <a:ext cx="3619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1"/>
                </a:solidFill>
                <a:effectLst/>
                <a:uFillTx/>
                <a:latin typeface="Karla"/>
              </a:rPr>
              <a:t>Heart diseases remain a leading cause of mortality worldwide, significantly reducing quality of life. Early diagnosis and management can prevent severe outcomes such as heart attacks and strokes. Addressing risk factors through lifestyle changes and medical care improves long-term health and reduces healthcare costs.</a:t>
            </a:r>
            <a:endParaRPr b="0" lang="en-US" sz="1200" strike="noStrike" u="none">
              <a:solidFill>
                <a:srgbClr val="000000"/>
              </a:solidFill>
              <a:effectLst/>
              <a:uFillTx/>
              <a:latin typeface="OpenSymbol"/>
            </a:endParaRPr>
          </a:p>
        </p:txBody>
      </p:sp>
      <p:pic>
        <p:nvPicPr>
          <p:cNvPr id="369" name="image699def84e4f72" descr="image699def84e4f77"/>
          <p:cNvPicPr/>
          <p:nvPr/>
        </p:nvPicPr>
        <p:blipFill>
          <a:blip r:embed="rId1"/>
          <a:stretch/>
        </p:blipFill>
        <p:spPr>
          <a:xfrm>
            <a:off x="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4657680" y="1438200"/>
            <a:ext cx="3781080" cy="647280"/>
          </a:xfrm>
          <a:prstGeom prst="rect">
            <a:avLst/>
          </a:prstGeom>
          <a:noFill/>
          <a:ln w="0">
            <a:noFill/>
          </a:ln>
        </p:spPr>
        <p:txBody>
          <a:bodyPr lIns="91440" rIns="91440" tIns="91440" bIns="91440" anchor="t">
            <a:normAutofit fontScale="55000" lnSpcReduction="19999"/>
          </a:bodyPr>
          <a:p>
            <a:pPr indent="0" algn="r">
              <a:lnSpc>
                <a:spcPct val="100000"/>
              </a:lnSpc>
              <a:buNone/>
              <a:tabLst>
                <a:tab algn="l" pos="0"/>
              </a:tabLst>
            </a:pPr>
            <a:r>
              <a:rPr b="0" lang="en-US" sz="4200" strike="noStrike" u="none">
                <a:solidFill>
                  <a:schemeClr val="dk1"/>
                </a:solidFill>
                <a:effectLst/>
                <a:uFillTx/>
                <a:latin typeface="DM Serif Display"/>
                <a:ea typeface="DM Serif Display"/>
              </a:rPr>
              <a:t>Lifestyle and Genetic Factors</a:t>
            </a:r>
            <a:endParaRPr b="0" lang="fr-FR" sz="4200" strike="noStrike" u="none">
              <a:solidFill>
                <a:schemeClr val="dk1"/>
              </a:solidFill>
              <a:effectLst/>
              <a:uFillTx/>
              <a:latin typeface="Arial"/>
            </a:endParaRPr>
          </a:p>
        </p:txBody>
      </p:sp>
      <p:sp>
        <p:nvSpPr>
          <p:cNvPr id="371" name="PlaceHolder 2"/>
          <p:cNvSpPr>
            <a:spLocks noGrp="1"/>
          </p:cNvSpPr>
          <p:nvPr>
            <p:ph type="subTitle"/>
          </p:nvPr>
        </p:nvSpPr>
        <p:spPr>
          <a:xfrm>
            <a:off x="4657680" y="2276640"/>
            <a:ext cx="3781080" cy="1437840"/>
          </a:xfrm>
          <a:prstGeom prst="rect">
            <a:avLst/>
          </a:prstGeom>
          <a:noFill/>
          <a:ln w="0">
            <a:noFill/>
          </a:ln>
        </p:spPr>
        <p:txBody>
          <a:bodyPr lIns="91440" rIns="91440" tIns="91440" bIns="91440" anchor="t">
            <a:normAutofit fontScale="70000" lnSpcReduction="19999"/>
          </a:bodyPr>
          <a:p>
            <a:pPr indent="0" algn="r">
              <a:lnSpc>
                <a:spcPct val="150000"/>
              </a:lnSpc>
              <a:buNone/>
              <a:tabLst>
                <a:tab algn="l" pos="0"/>
              </a:tabLst>
            </a:pPr>
            <a:r>
              <a:rPr b="0" lang="en-US" sz="1600" strike="noStrike" u="none">
                <a:solidFill>
                  <a:schemeClr val="dk1"/>
                </a:solidFill>
                <a:effectLst/>
                <a:uFillTx/>
                <a:latin typeface="Karla"/>
                <a:ea typeface="Karla"/>
              </a:rPr>
              <a:t>Heart disease risk is influenced by both </a:t>
            </a:r>
            <a:r>
              <a:rPr b="0" i="1" lang="en-US" sz="1600" strike="noStrike" u="none">
                <a:solidFill>
                  <a:schemeClr val="dk1"/>
                </a:solidFill>
                <a:effectLst/>
                <a:uFillTx/>
                <a:latin typeface="Karla"/>
                <a:ea typeface="Karla"/>
              </a:rPr>
              <a:t>genetic predisposition</a:t>
            </a:r>
            <a:r>
              <a:rPr b="0" lang="en-US" sz="1600" strike="noStrike" u="none">
                <a:solidFill>
                  <a:schemeClr val="dk1"/>
                </a:solidFill>
                <a:effectLst/>
                <a:uFillTx/>
                <a:latin typeface="Karla"/>
                <a:ea typeface="Karla"/>
              </a:rPr>
              <a:t> and lifestyle choices. A family history significantly increases susceptibility, while factors such as smoking, poor diet, lack of exercise, and excessive alcohol intake exacerbate risks. Managing these lifestyle elements combined with awareness of genetic risks is essential for effective prevention and health maintenance.</a:t>
            </a:r>
            <a:endParaRPr b="0" lang="en-US" sz="1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
          <p:cNvSpPr/>
          <p:nvPr/>
        </p:nvSpPr>
        <p:spPr>
          <a:xfrm>
            <a:off x="476280" y="476280"/>
            <a:ext cx="2285640" cy="952200"/>
          </a:xfrm>
          <a:prstGeom prst="rect">
            <a:avLst/>
          </a:prstGeom>
          <a:noFill/>
          <a:ln w="0">
            <a:noFill/>
          </a:ln>
        </p:spPr>
        <p:style>
          <a:lnRef idx="0"/>
          <a:fillRef idx="0"/>
          <a:effectRef idx="0"/>
          <a:fontRef idx="minor"/>
        </p:style>
        <p:txBody>
          <a:bodyPr anchor="t">
            <a:spAutoFit/>
          </a:bodyPr>
          <a:p>
            <a:pPr defTabSz="914400">
              <a:lnSpc>
                <a:spcPct val="100000"/>
              </a:lnSpc>
              <a:tabLst>
                <a:tab algn="l" pos="0"/>
              </a:tabLst>
            </a:pPr>
            <a:r>
              <a:rPr b="1" lang="en-US" sz="5000" strike="noStrike" u="none">
                <a:solidFill>
                  <a:schemeClr val="dk1"/>
                </a:solidFill>
                <a:effectLst/>
                <a:uFillTx/>
                <a:latin typeface="Calibri"/>
              </a:rPr>
              <a:t>01</a:t>
            </a:r>
            <a:endParaRPr b="0" lang="en-US" sz="5000" strike="noStrike" u="none">
              <a:solidFill>
                <a:srgbClr val="000000"/>
              </a:solidFill>
              <a:effectLst/>
              <a:uFillTx/>
              <a:latin typeface="OpenSymbol"/>
            </a:endParaRPr>
          </a:p>
        </p:txBody>
      </p:sp>
      <p:sp>
        <p:nvSpPr>
          <p:cNvPr id="373" name=""/>
          <p:cNvSpPr/>
          <p:nvPr/>
        </p:nvSpPr>
        <p:spPr>
          <a:xfrm>
            <a:off x="476280" y="1428840"/>
            <a:ext cx="3619080" cy="14284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4000" strike="noStrike" u="none">
                <a:solidFill>
                  <a:schemeClr val="dk1"/>
                </a:solidFill>
                <a:effectLst/>
                <a:uFillTx/>
                <a:latin typeface="DM Serif Display"/>
              </a:rPr>
              <a:t>Cardio Shield AI System</a:t>
            </a:r>
            <a:endParaRPr b="0" lang="en-US" sz="4000" strike="noStrike" u="none">
              <a:solidFill>
                <a:srgbClr val="000000"/>
              </a:solidFill>
              <a:effectLst/>
              <a:uFillTx/>
              <a:latin typeface="OpenSymbol"/>
            </a:endParaRPr>
          </a:p>
        </p:txBody>
      </p:sp>
      <p:pic>
        <p:nvPicPr>
          <p:cNvPr id="374" name="image699def8501aeb" descr="image699def8501af1"/>
          <p:cNvPicPr/>
          <p:nvPr/>
        </p:nvPicPr>
        <p:blipFill>
          <a:blip r:embed="rId1"/>
          <a:stretch/>
        </p:blipFill>
        <p:spPr>
          <a:xfrm>
            <a:off x="457200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title"/>
          </p:nvPr>
        </p:nvSpPr>
        <p:spPr>
          <a:xfrm>
            <a:off x="1962000" y="2057400"/>
            <a:ext cx="5219280" cy="59976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0" lang="en-US" sz="2800" strike="noStrike" u="none">
                <a:solidFill>
                  <a:schemeClr val="dk1"/>
                </a:solidFill>
                <a:effectLst/>
                <a:uFillTx/>
                <a:latin typeface="DM Serif Display"/>
                <a:ea typeface="DM Serif Display"/>
              </a:rPr>
              <a:t>Purpose and Goals</a:t>
            </a:r>
            <a:endParaRPr b="0" lang="fr-FR" sz="2800" strike="noStrike" u="none">
              <a:solidFill>
                <a:schemeClr val="dk1"/>
              </a:solidFill>
              <a:effectLst/>
              <a:uFillTx/>
              <a:latin typeface="Arial"/>
            </a:endParaRPr>
          </a:p>
        </p:txBody>
      </p:sp>
      <p:sp>
        <p:nvSpPr>
          <p:cNvPr id="376" name="PlaceHolder 2"/>
          <p:cNvSpPr>
            <a:spLocks noGrp="1"/>
          </p:cNvSpPr>
          <p:nvPr>
            <p:ph/>
          </p:nvPr>
        </p:nvSpPr>
        <p:spPr>
          <a:xfrm>
            <a:off x="1962000" y="2714760"/>
            <a:ext cx="5219280" cy="1437840"/>
          </a:xfrm>
          <a:prstGeom prst="rect">
            <a:avLst/>
          </a:prstGeom>
          <a:noFill/>
          <a:ln w="0">
            <a:noFill/>
          </a:ln>
        </p:spPr>
        <p:txBody>
          <a:bodyPr lIns="91440" rIns="91440" tIns="91440" bIns="91440" anchor="t">
            <a:normAutofit fontScale="77500" lnSpcReduction="19999"/>
          </a:bodyPr>
          <a:p>
            <a:pPr indent="0" algn="ctr">
              <a:lnSpc>
                <a:spcPct val="150000"/>
              </a:lnSpc>
              <a:buNone/>
              <a:tabLst>
                <a:tab algn="l" pos="0"/>
              </a:tabLst>
            </a:pPr>
            <a:r>
              <a:rPr b="0" lang="en-US" sz="1600" strike="noStrike" u="none">
                <a:solidFill>
                  <a:schemeClr val="dk1"/>
                </a:solidFill>
                <a:effectLst/>
                <a:uFillTx/>
                <a:latin typeface="Karla"/>
                <a:ea typeface="Karla"/>
              </a:rPr>
              <a:t>Cardio Shield AI was developed to address the growing burden of cardiovascular diseases. Its primary goal is to enable </a:t>
            </a:r>
            <a:r>
              <a:rPr b="1" lang="en-US" sz="1600" strike="noStrike" u="none">
                <a:solidFill>
                  <a:schemeClr val="dk1"/>
                </a:solidFill>
                <a:effectLst/>
                <a:uFillTx/>
                <a:latin typeface="Karla"/>
                <a:ea typeface="Karla"/>
              </a:rPr>
              <a:t>early detection</a:t>
            </a:r>
            <a:r>
              <a:rPr b="0" lang="en-US" sz="1600" strike="noStrike" u="none">
                <a:solidFill>
                  <a:schemeClr val="dk1"/>
                </a:solidFill>
                <a:effectLst/>
                <a:uFillTx/>
                <a:latin typeface="Karla"/>
                <a:ea typeface="Karla"/>
              </a:rPr>
              <a:t> of heart risks and facilitate preventive care. The system offers </a:t>
            </a:r>
            <a:r>
              <a:rPr b="1" lang="en-US" sz="1600" strike="noStrike" u="none">
                <a:solidFill>
                  <a:schemeClr val="dk1"/>
                </a:solidFill>
                <a:effectLst/>
                <a:uFillTx/>
                <a:latin typeface="Karla"/>
                <a:ea typeface="Karla"/>
              </a:rPr>
              <a:t>personalized risk assessments</a:t>
            </a:r>
            <a:r>
              <a:rPr b="0" lang="en-US" sz="1600" strike="noStrike" u="none">
                <a:solidFill>
                  <a:schemeClr val="dk1"/>
                </a:solidFill>
                <a:effectLst/>
                <a:uFillTx/>
                <a:latin typeface="Karla"/>
                <a:ea typeface="Karla"/>
              </a:rPr>
              <a:t> and improves diagnostic efficiency, empowering healthcare providers to intervene timely and potentially save lives.</a:t>
            </a:r>
            <a:endParaRPr b="0" lang="fr-FR" sz="1600" strike="noStrike" u="none">
              <a:solidFill>
                <a:srgbClr val="000000"/>
              </a:solidFill>
              <a:effectLst/>
              <a:uFillTx/>
              <a:latin typeface="Arial"/>
            </a:endParaRPr>
          </a:p>
        </p:txBody>
      </p:sp>
      <p:grpSp>
        <p:nvGrpSpPr>
          <p:cNvPr id="377" name="Google Shape;936;p83"/>
          <p:cNvGrpSpPr/>
          <p:nvPr/>
        </p:nvGrpSpPr>
        <p:grpSpPr>
          <a:xfrm>
            <a:off x="4333320" y="1221120"/>
            <a:ext cx="476640" cy="601560"/>
            <a:chOff x="4333320" y="1221120"/>
            <a:chExt cx="476640" cy="601560"/>
          </a:xfrm>
        </p:grpSpPr>
        <p:sp>
          <p:nvSpPr>
            <p:cNvPr id="378" name="Google Shape;937;p83"/>
            <p:cNvSpPr/>
            <p:nvPr/>
          </p:nvSpPr>
          <p:spPr>
            <a:xfrm>
              <a:off x="4333320" y="1221120"/>
              <a:ext cx="476640" cy="601560"/>
            </a:xfrm>
            <a:custGeom>
              <a:avLst/>
              <a:gdLst>
                <a:gd name="textAreaLeft" fmla="*/ 0 w 476640"/>
                <a:gd name="textAreaRight" fmla="*/ 477000 w 476640"/>
                <a:gd name="textAreaTop" fmla="*/ 0 h 601560"/>
                <a:gd name="textAreaBottom" fmla="*/ 601920 h 601560"/>
              </a:gdLst>
              <a:ahLst/>
              <a:cxnLst/>
              <a:rect l="textAreaLeft" t="textAreaTop" r="textAreaRight" b="textAreaBottom"/>
              <a:pathLst>
                <a:path w="8752" h="11038">
                  <a:moveTo>
                    <a:pt x="6216" y="322"/>
                  </a:moveTo>
                  <a:cubicBezTo>
                    <a:pt x="6323" y="322"/>
                    <a:pt x="6406" y="405"/>
                    <a:pt x="6406" y="512"/>
                  </a:cubicBezTo>
                  <a:lnTo>
                    <a:pt x="6406" y="1215"/>
                  </a:lnTo>
                  <a:cubicBezTo>
                    <a:pt x="6406" y="1310"/>
                    <a:pt x="6323" y="1405"/>
                    <a:pt x="6216" y="1405"/>
                  </a:cubicBezTo>
                  <a:lnTo>
                    <a:pt x="5311" y="1405"/>
                  </a:lnTo>
                  <a:cubicBezTo>
                    <a:pt x="5216" y="1405"/>
                    <a:pt x="5144" y="1477"/>
                    <a:pt x="5144" y="1572"/>
                  </a:cubicBezTo>
                  <a:cubicBezTo>
                    <a:pt x="5144" y="1893"/>
                    <a:pt x="4882" y="2144"/>
                    <a:pt x="4561" y="2144"/>
                  </a:cubicBezTo>
                  <a:lnTo>
                    <a:pt x="4203" y="2144"/>
                  </a:lnTo>
                  <a:cubicBezTo>
                    <a:pt x="3882" y="2144"/>
                    <a:pt x="3632" y="1882"/>
                    <a:pt x="3632" y="1572"/>
                  </a:cubicBezTo>
                  <a:cubicBezTo>
                    <a:pt x="3632" y="1477"/>
                    <a:pt x="3549" y="1405"/>
                    <a:pt x="3465" y="1405"/>
                  </a:cubicBezTo>
                  <a:lnTo>
                    <a:pt x="2560" y="1405"/>
                  </a:lnTo>
                  <a:cubicBezTo>
                    <a:pt x="2453" y="1405"/>
                    <a:pt x="2358" y="1310"/>
                    <a:pt x="2358" y="1215"/>
                  </a:cubicBezTo>
                  <a:lnTo>
                    <a:pt x="2346" y="512"/>
                  </a:lnTo>
                  <a:cubicBezTo>
                    <a:pt x="2346" y="405"/>
                    <a:pt x="2441" y="322"/>
                    <a:pt x="2537" y="322"/>
                  </a:cubicBezTo>
                  <a:close/>
                  <a:moveTo>
                    <a:pt x="2525" y="0"/>
                  </a:moveTo>
                  <a:cubicBezTo>
                    <a:pt x="2239" y="0"/>
                    <a:pt x="2025" y="227"/>
                    <a:pt x="2025" y="512"/>
                  </a:cubicBezTo>
                  <a:lnTo>
                    <a:pt x="632" y="512"/>
                  </a:lnTo>
                  <a:cubicBezTo>
                    <a:pt x="274" y="512"/>
                    <a:pt x="1" y="798"/>
                    <a:pt x="1" y="1143"/>
                  </a:cubicBezTo>
                  <a:lnTo>
                    <a:pt x="1" y="7656"/>
                  </a:lnTo>
                  <a:cubicBezTo>
                    <a:pt x="1" y="7739"/>
                    <a:pt x="72" y="7823"/>
                    <a:pt x="155" y="7823"/>
                  </a:cubicBezTo>
                  <a:cubicBezTo>
                    <a:pt x="251" y="7823"/>
                    <a:pt x="322" y="7739"/>
                    <a:pt x="322" y="7656"/>
                  </a:cubicBezTo>
                  <a:lnTo>
                    <a:pt x="322" y="1143"/>
                  </a:lnTo>
                  <a:cubicBezTo>
                    <a:pt x="322" y="965"/>
                    <a:pt x="477" y="822"/>
                    <a:pt x="655" y="822"/>
                  </a:cubicBezTo>
                  <a:lnTo>
                    <a:pt x="1036" y="822"/>
                  </a:lnTo>
                  <a:lnTo>
                    <a:pt x="1036" y="9918"/>
                  </a:lnTo>
                  <a:cubicBezTo>
                    <a:pt x="1036" y="10002"/>
                    <a:pt x="1108" y="10085"/>
                    <a:pt x="1203" y="10085"/>
                  </a:cubicBezTo>
                  <a:lnTo>
                    <a:pt x="7573" y="10085"/>
                  </a:lnTo>
                  <a:cubicBezTo>
                    <a:pt x="7656" y="10085"/>
                    <a:pt x="7728" y="10002"/>
                    <a:pt x="7728" y="9918"/>
                  </a:cubicBezTo>
                  <a:lnTo>
                    <a:pt x="7728" y="822"/>
                  </a:lnTo>
                  <a:lnTo>
                    <a:pt x="8121" y="822"/>
                  </a:lnTo>
                  <a:cubicBezTo>
                    <a:pt x="8299" y="822"/>
                    <a:pt x="8442" y="965"/>
                    <a:pt x="8442" y="1143"/>
                  </a:cubicBezTo>
                  <a:lnTo>
                    <a:pt x="8442" y="10395"/>
                  </a:lnTo>
                  <a:cubicBezTo>
                    <a:pt x="8442" y="10573"/>
                    <a:pt x="8299" y="10716"/>
                    <a:pt x="8121" y="10716"/>
                  </a:cubicBezTo>
                  <a:lnTo>
                    <a:pt x="667" y="10716"/>
                  </a:lnTo>
                  <a:cubicBezTo>
                    <a:pt x="489" y="10716"/>
                    <a:pt x="334" y="10573"/>
                    <a:pt x="334" y="10395"/>
                  </a:cubicBezTo>
                  <a:lnTo>
                    <a:pt x="334" y="8418"/>
                  </a:lnTo>
                  <a:cubicBezTo>
                    <a:pt x="334" y="8323"/>
                    <a:pt x="263" y="8251"/>
                    <a:pt x="167" y="8251"/>
                  </a:cubicBezTo>
                  <a:cubicBezTo>
                    <a:pt x="84" y="8251"/>
                    <a:pt x="12" y="8323"/>
                    <a:pt x="12" y="8418"/>
                  </a:cubicBezTo>
                  <a:lnTo>
                    <a:pt x="12" y="10395"/>
                  </a:lnTo>
                  <a:cubicBezTo>
                    <a:pt x="12" y="10752"/>
                    <a:pt x="298" y="11037"/>
                    <a:pt x="644" y="11037"/>
                  </a:cubicBezTo>
                  <a:lnTo>
                    <a:pt x="8109" y="11037"/>
                  </a:lnTo>
                  <a:cubicBezTo>
                    <a:pt x="8466" y="11037"/>
                    <a:pt x="8740" y="10752"/>
                    <a:pt x="8740" y="10395"/>
                  </a:cubicBezTo>
                  <a:lnTo>
                    <a:pt x="8740" y="1143"/>
                  </a:lnTo>
                  <a:cubicBezTo>
                    <a:pt x="8752" y="810"/>
                    <a:pt x="8454" y="512"/>
                    <a:pt x="8109" y="512"/>
                  </a:cubicBezTo>
                  <a:lnTo>
                    <a:pt x="7299" y="512"/>
                  </a:lnTo>
                  <a:cubicBezTo>
                    <a:pt x="7216" y="512"/>
                    <a:pt x="7144" y="584"/>
                    <a:pt x="7144" y="679"/>
                  </a:cubicBezTo>
                  <a:cubicBezTo>
                    <a:pt x="7144" y="762"/>
                    <a:pt x="7216" y="834"/>
                    <a:pt x="7299" y="834"/>
                  </a:cubicBezTo>
                  <a:lnTo>
                    <a:pt x="7406" y="834"/>
                  </a:lnTo>
                  <a:lnTo>
                    <a:pt x="7406" y="9764"/>
                  </a:lnTo>
                  <a:lnTo>
                    <a:pt x="1370" y="9764"/>
                  </a:lnTo>
                  <a:lnTo>
                    <a:pt x="1370" y="834"/>
                  </a:lnTo>
                  <a:lnTo>
                    <a:pt x="2037" y="834"/>
                  </a:lnTo>
                  <a:lnTo>
                    <a:pt x="2037" y="1215"/>
                  </a:lnTo>
                  <a:cubicBezTo>
                    <a:pt x="2037" y="1489"/>
                    <a:pt x="2263" y="1715"/>
                    <a:pt x="2537" y="1715"/>
                  </a:cubicBezTo>
                  <a:lnTo>
                    <a:pt x="3299" y="1715"/>
                  </a:lnTo>
                  <a:cubicBezTo>
                    <a:pt x="3370" y="2132"/>
                    <a:pt x="3751" y="2465"/>
                    <a:pt x="4192" y="2465"/>
                  </a:cubicBezTo>
                  <a:lnTo>
                    <a:pt x="4549" y="2465"/>
                  </a:lnTo>
                  <a:cubicBezTo>
                    <a:pt x="5001" y="2465"/>
                    <a:pt x="5370" y="2132"/>
                    <a:pt x="5442" y="1715"/>
                  </a:cubicBezTo>
                  <a:lnTo>
                    <a:pt x="6204" y="1715"/>
                  </a:lnTo>
                  <a:cubicBezTo>
                    <a:pt x="6489" y="1715"/>
                    <a:pt x="6704" y="1489"/>
                    <a:pt x="6704" y="1215"/>
                  </a:cubicBezTo>
                  <a:lnTo>
                    <a:pt x="6704" y="512"/>
                  </a:lnTo>
                  <a:cubicBezTo>
                    <a:pt x="6704" y="227"/>
                    <a:pt x="6489" y="0"/>
                    <a:pt x="6204"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9" name="Google Shape;938;p83"/>
            <p:cNvSpPr/>
            <p:nvPr/>
          </p:nvSpPr>
          <p:spPr>
            <a:xfrm>
              <a:off x="4450320" y="1375560"/>
              <a:ext cx="243000" cy="171000"/>
            </a:xfrm>
            <a:custGeom>
              <a:avLst/>
              <a:gdLst>
                <a:gd name="textAreaLeft" fmla="*/ 0 w 243000"/>
                <a:gd name="textAreaRight" fmla="*/ 243360 w 243000"/>
                <a:gd name="textAreaTop" fmla="*/ 0 h 171000"/>
                <a:gd name="textAreaBottom" fmla="*/ 171360 h 171000"/>
              </a:gdLst>
              <a:ahLst/>
              <a:cxnLst/>
              <a:rect l="textAreaLeft" t="textAreaTop" r="textAreaRight" b="textAreaBottom"/>
              <a:pathLst>
                <a:path w="4466" h="3146">
                  <a:moveTo>
                    <a:pt x="2742" y="1"/>
                  </a:moveTo>
                  <a:cubicBezTo>
                    <a:pt x="2676" y="1"/>
                    <a:pt x="2609" y="43"/>
                    <a:pt x="2584" y="123"/>
                  </a:cubicBezTo>
                  <a:lnTo>
                    <a:pt x="1989" y="2433"/>
                  </a:lnTo>
                  <a:lnTo>
                    <a:pt x="1429" y="778"/>
                  </a:lnTo>
                  <a:cubicBezTo>
                    <a:pt x="1403" y="705"/>
                    <a:pt x="1335" y="665"/>
                    <a:pt x="1268" y="665"/>
                  </a:cubicBezTo>
                  <a:cubicBezTo>
                    <a:pt x="1216" y="665"/>
                    <a:pt x="1163" y="690"/>
                    <a:pt x="1132" y="742"/>
                  </a:cubicBezTo>
                  <a:lnTo>
                    <a:pt x="656" y="1600"/>
                  </a:lnTo>
                  <a:lnTo>
                    <a:pt x="155" y="1600"/>
                  </a:lnTo>
                  <a:cubicBezTo>
                    <a:pt x="72" y="1600"/>
                    <a:pt x="1" y="1671"/>
                    <a:pt x="1" y="1754"/>
                  </a:cubicBezTo>
                  <a:cubicBezTo>
                    <a:pt x="1" y="1850"/>
                    <a:pt x="72" y="1921"/>
                    <a:pt x="155" y="1921"/>
                  </a:cubicBezTo>
                  <a:lnTo>
                    <a:pt x="739" y="1921"/>
                  </a:lnTo>
                  <a:cubicBezTo>
                    <a:pt x="798" y="1921"/>
                    <a:pt x="846" y="1897"/>
                    <a:pt x="894" y="1838"/>
                  </a:cubicBezTo>
                  <a:lnTo>
                    <a:pt x="1227" y="1219"/>
                  </a:lnTo>
                  <a:lnTo>
                    <a:pt x="1858" y="3040"/>
                  </a:lnTo>
                  <a:cubicBezTo>
                    <a:pt x="1887" y="3110"/>
                    <a:pt x="1951" y="3146"/>
                    <a:pt x="2013" y="3146"/>
                  </a:cubicBezTo>
                  <a:cubicBezTo>
                    <a:pt x="2079" y="3146"/>
                    <a:pt x="2143" y="3107"/>
                    <a:pt x="2168" y="3028"/>
                  </a:cubicBezTo>
                  <a:lnTo>
                    <a:pt x="2763" y="683"/>
                  </a:lnTo>
                  <a:lnTo>
                    <a:pt x="3168" y="1802"/>
                  </a:lnTo>
                  <a:cubicBezTo>
                    <a:pt x="3192" y="1861"/>
                    <a:pt x="3251" y="1909"/>
                    <a:pt x="3311" y="1909"/>
                  </a:cubicBezTo>
                  <a:lnTo>
                    <a:pt x="4287" y="1909"/>
                  </a:lnTo>
                  <a:cubicBezTo>
                    <a:pt x="4370" y="1909"/>
                    <a:pt x="4442" y="1838"/>
                    <a:pt x="4442" y="1742"/>
                  </a:cubicBezTo>
                  <a:cubicBezTo>
                    <a:pt x="4466" y="1671"/>
                    <a:pt x="4382" y="1600"/>
                    <a:pt x="4299" y="1600"/>
                  </a:cubicBezTo>
                  <a:lnTo>
                    <a:pt x="3454" y="1600"/>
                  </a:lnTo>
                  <a:lnTo>
                    <a:pt x="2894" y="111"/>
                  </a:lnTo>
                  <a:cubicBezTo>
                    <a:pt x="2865" y="37"/>
                    <a:pt x="2804" y="1"/>
                    <a:pt x="2742" y="1"/>
                  </a:cubicBezTo>
                  <a:close/>
                </a:path>
              </a:pathLst>
            </a:custGeom>
            <a:solidFill>
              <a:schemeClr val="dk1"/>
            </a:solidFill>
            <a:ln w="0">
              <a:noFill/>
            </a:ln>
          </p:spPr>
          <p:style>
            <a:lnRef idx="0"/>
            <a:fillRef idx="0"/>
            <a:effectRef idx="0"/>
            <a:fontRef idx="minor"/>
          </p:style>
          <p:txBody>
            <a:bodyPr tIns="85680" bIns="85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0" name="Google Shape;939;p83"/>
            <p:cNvSpPr/>
            <p:nvPr/>
          </p:nvSpPr>
          <p:spPr>
            <a:xfrm>
              <a:off x="4451040" y="1608840"/>
              <a:ext cx="242640" cy="17280"/>
            </a:xfrm>
            <a:custGeom>
              <a:avLst/>
              <a:gdLst>
                <a:gd name="textAreaLeft" fmla="*/ 0 w 242640"/>
                <a:gd name="textAreaRight" fmla="*/ 243000 w 242640"/>
                <a:gd name="textAreaTop" fmla="*/ 0 h 17280"/>
                <a:gd name="textAreaBottom" fmla="*/ 17640 h 17280"/>
              </a:gdLst>
              <a:ahLst/>
              <a:cxnLst/>
              <a:rect l="textAreaLeft" t="textAreaTop" r="textAreaRight" b="textAreaBottom"/>
              <a:pathLst>
                <a:path w="4454" h="322">
                  <a:moveTo>
                    <a:pt x="167" y="0"/>
                  </a:moveTo>
                  <a:cubicBezTo>
                    <a:pt x="72" y="0"/>
                    <a:pt x="1" y="72"/>
                    <a:pt x="1" y="155"/>
                  </a:cubicBezTo>
                  <a:cubicBezTo>
                    <a:pt x="1" y="250"/>
                    <a:pt x="72" y="322"/>
                    <a:pt x="167" y="322"/>
                  </a:cubicBezTo>
                  <a:lnTo>
                    <a:pt x="4287" y="322"/>
                  </a:lnTo>
                  <a:cubicBezTo>
                    <a:pt x="4370" y="322"/>
                    <a:pt x="4454" y="250"/>
                    <a:pt x="4454" y="155"/>
                  </a:cubicBezTo>
                  <a:cubicBezTo>
                    <a:pt x="4454" y="72"/>
                    <a:pt x="4370" y="0"/>
                    <a:pt x="4287" y="0"/>
                  </a:cubicBezTo>
                  <a:close/>
                </a:path>
              </a:pathLst>
            </a:custGeom>
            <a:solidFill>
              <a:schemeClr val="dk1"/>
            </a:solidFill>
            <a:ln w="0">
              <a:noFill/>
            </a:ln>
          </p:spPr>
          <p:style>
            <a:lnRef idx="0"/>
            <a:fillRef idx="0"/>
            <a:effectRef idx="0"/>
            <a:fontRef idx="minor"/>
          </p:style>
          <p:txBody>
            <a:bodyPr tIns="8640" bIns="8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1" name="Google Shape;940;p83"/>
            <p:cNvSpPr/>
            <p:nvPr/>
          </p:nvSpPr>
          <p:spPr>
            <a:xfrm>
              <a:off x="4451040" y="1685160"/>
              <a:ext cx="242640" cy="18000"/>
            </a:xfrm>
            <a:custGeom>
              <a:avLst/>
              <a:gdLst>
                <a:gd name="textAreaLeft" fmla="*/ 0 w 242640"/>
                <a:gd name="textAreaRight" fmla="*/ 243000 w 242640"/>
                <a:gd name="textAreaTop" fmla="*/ 0 h 18000"/>
                <a:gd name="textAreaBottom" fmla="*/ 18360 h 18000"/>
              </a:gdLst>
              <a:ahLst/>
              <a:cxnLst/>
              <a:rect l="textAreaLeft" t="textAreaTop" r="textAreaRight" b="textAreaBottom"/>
              <a:pathLst>
                <a:path w="4454" h="334">
                  <a:moveTo>
                    <a:pt x="167" y="0"/>
                  </a:moveTo>
                  <a:cubicBezTo>
                    <a:pt x="72" y="0"/>
                    <a:pt x="1" y="84"/>
                    <a:pt x="1" y="167"/>
                  </a:cubicBezTo>
                  <a:cubicBezTo>
                    <a:pt x="1" y="262"/>
                    <a:pt x="72" y="334"/>
                    <a:pt x="167" y="334"/>
                  </a:cubicBezTo>
                  <a:lnTo>
                    <a:pt x="4287" y="334"/>
                  </a:lnTo>
                  <a:cubicBezTo>
                    <a:pt x="4370" y="334"/>
                    <a:pt x="4454" y="262"/>
                    <a:pt x="4454" y="167"/>
                  </a:cubicBezTo>
                  <a:cubicBezTo>
                    <a:pt x="4454" y="84"/>
                    <a:pt x="4370" y="0"/>
                    <a:pt x="4287" y="0"/>
                  </a:cubicBezTo>
                  <a:close/>
                </a:path>
              </a:pathLst>
            </a:custGeom>
            <a:solidFill>
              <a:schemeClr val="dk1"/>
            </a:solidFill>
            <a:ln w="0">
              <a:noFill/>
            </a:ln>
          </p:spPr>
          <p:style>
            <a:lnRef idx="0"/>
            <a:fillRef idx="0"/>
            <a:effectRef idx="0"/>
            <a:fontRef idx="minor"/>
          </p:style>
          <p:txBody>
            <a:bodyPr tIns="9000" bIns="9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subTitle"/>
          </p:nvPr>
        </p:nvSpPr>
        <p:spPr>
          <a:xfrm>
            <a:off x="2638440" y="2286000"/>
            <a:ext cx="3866760" cy="1390320"/>
          </a:xfrm>
          <a:prstGeom prst="rect">
            <a:avLst/>
          </a:prstGeom>
          <a:noFill/>
          <a:ln w="0">
            <a:noFill/>
          </a:ln>
        </p:spPr>
        <p:txBody>
          <a:bodyPr lIns="91440" rIns="91440" tIns="91440" bIns="91440" anchor="t">
            <a:normAutofit fontScale="70000" lnSpcReduction="19999"/>
          </a:bodyPr>
          <a:p>
            <a:pPr algn="ctr">
              <a:lnSpc>
                <a:spcPct val="150000"/>
              </a:lnSpc>
              <a:tabLst>
                <a:tab algn="l" pos="0"/>
              </a:tabLst>
            </a:pPr>
            <a:r>
              <a:rPr b="0" lang="en-US" sz="1600" strike="noStrike" u="none">
                <a:solidFill>
                  <a:schemeClr val="dk1"/>
                </a:solidFill>
                <a:effectLst/>
                <a:uFillTx/>
                <a:latin typeface="Karla"/>
                <a:ea typeface="Karla"/>
              </a:rPr>
              <a:t>Cardio Shield AI uses easily obtainable and low-cost patient data, including age, gender, blood pressure, cholesterol, glucose levels, and lifestyle factors like smoking and physical activity. It emphasizes </a:t>
            </a:r>
            <a:r>
              <a:rPr b="1" lang="en-US" sz="1600" strike="noStrike" u="none">
                <a:solidFill>
                  <a:schemeClr val="dk1"/>
                </a:solidFill>
                <a:effectLst/>
                <a:uFillTx/>
                <a:latin typeface="Karla"/>
                <a:ea typeface="Karla"/>
              </a:rPr>
              <a:t>routine health metrics</a:t>
            </a:r>
            <a:r>
              <a:rPr b="0" lang="en-US" sz="1600" strike="noStrike" u="none">
                <a:solidFill>
                  <a:schemeClr val="dk1"/>
                </a:solidFill>
                <a:effectLst/>
                <a:uFillTx/>
                <a:latin typeface="Karla"/>
                <a:ea typeface="Karla"/>
              </a:rPr>
              <a:t> without requiring expensive tests, making it accessible and practical for widespread use in clinical settings.</a:t>
            </a:r>
            <a:endParaRPr b="0" lang="en-US" sz="1600" strike="noStrike" u="none">
              <a:solidFill>
                <a:srgbClr val="000000"/>
              </a:solidFill>
              <a:effectLst/>
              <a:uFillTx/>
              <a:latin typeface="OpenSymbol"/>
            </a:endParaRPr>
          </a:p>
        </p:txBody>
      </p:sp>
      <p:sp>
        <p:nvSpPr>
          <p:cNvPr id="383" name="PlaceHolder 2"/>
          <p:cNvSpPr>
            <a:spLocks noGrp="1"/>
          </p:cNvSpPr>
          <p:nvPr>
            <p:ph type="title"/>
          </p:nvPr>
        </p:nvSpPr>
        <p:spPr>
          <a:xfrm>
            <a:off x="714240" y="542880"/>
            <a:ext cx="771480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0" lang="en-US" sz="2800" strike="noStrike" u="none">
                <a:solidFill>
                  <a:schemeClr val="dk1"/>
                </a:solidFill>
                <a:effectLst/>
                <a:uFillTx/>
                <a:latin typeface="DM Serif Display"/>
                <a:ea typeface="DM Serif Display"/>
              </a:rPr>
              <a:t>Data Inputs and Features</a:t>
            </a:r>
            <a:endParaRPr b="0" lang="fr-FR" sz="2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
          <p:cNvSpPr/>
          <p:nvPr/>
        </p:nvSpPr>
        <p:spPr>
          <a:xfrm>
            <a:off x="476280" y="476280"/>
            <a:ext cx="3619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800" strike="noStrike" u="none">
                <a:solidFill>
                  <a:schemeClr val="dk1"/>
                </a:solidFill>
                <a:effectLst/>
                <a:uFillTx/>
                <a:latin typeface="DM Serif Display"/>
              </a:rPr>
              <a:t>AI Workflow and Prediction Methods</a:t>
            </a:r>
            <a:endParaRPr b="0" lang="en-US" sz="2800" strike="noStrike" u="none">
              <a:solidFill>
                <a:srgbClr val="000000"/>
              </a:solidFill>
              <a:effectLst/>
              <a:uFillTx/>
              <a:latin typeface="OpenSymbol"/>
            </a:endParaRPr>
          </a:p>
        </p:txBody>
      </p:sp>
      <p:sp>
        <p:nvSpPr>
          <p:cNvPr id="385" name=""/>
          <p:cNvSpPr/>
          <p:nvPr/>
        </p:nvSpPr>
        <p:spPr>
          <a:xfrm>
            <a:off x="476280" y="1905120"/>
            <a:ext cx="3619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1"/>
                </a:solidFill>
                <a:effectLst/>
                <a:uFillTx/>
                <a:latin typeface="Karla"/>
              </a:rPr>
              <a:t>The AI system processes input data through advanced algorithms, applying feature engineering such as pulse pressure calculation and BMI categorization. It combines multiple inputs into a </a:t>
            </a:r>
            <a:r>
              <a:rPr b="1" lang="en-US" sz="1200" strike="noStrike" u="none">
                <a:solidFill>
                  <a:schemeClr val="dk1"/>
                </a:solidFill>
                <a:effectLst/>
                <a:uFillTx/>
                <a:latin typeface="Karla"/>
              </a:rPr>
              <a:t>composite risk index</a:t>
            </a:r>
            <a:r>
              <a:rPr b="0" lang="en-US" sz="1200" strike="noStrike" u="none">
                <a:solidFill>
                  <a:schemeClr val="dk1"/>
                </a:solidFill>
                <a:effectLst/>
                <a:uFillTx/>
                <a:latin typeface="Karla"/>
              </a:rPr>
              <a:t>, providing accurate real-time predictions of heart disease risk. This streamlined workflow enhances clinical decision-making and supports early intervention strategies.</a:t>
            </a:r>
            <a:endParaRPr b="0" lang="en-US" sz="1200" strike="noStrike" u="none">
              <a:solidFill>
                <a:srgbClr val="000000"/>
              </a:solidFill>
              <a:effectLst/>
              <a:uFillTx/>
              <a:latin typeface="OpenSymbol"/>
            </a:endParaRPr>
          </a:p>
        </p:txBody>
      </p:sp>
      <p:pic>
        <p:nvPicPr>
          <p:cNvPr id="386" name="image699def8511e92" descr="image699def8511e97"/>
          <p:cNvPicPr/>
          <p:nvPr/>
        </p:nvPicPr>
        <p:blipFill>
          <a:blip r:embed="rId1"/>
          <a:stretch/>
        </p:blipFill>
        <p:spPr>
          <a:xfrm>
            <a:off x="457200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subTitle"/>
          </p:nvPr>
        </p:nvSpPr>
        <p:spPr>
          <a:xfrm>
            <a:off x="981000" y="2000160"/>
            <a:ext cx="4057200" cy="1933200"/>
          </a:xfrm>
          <a:prstGeom prst="rect">
            <a:avLst/>
          </a:prstGeom>
          <a:noFill/>
          <a:ln w="0">
            <a:noFill/>
          </a:ln>
        </p:spPr>
        <p:txBody>
          <a:bodyPr lIns="91440" rIns="91440" tIns="91440" bIns="91440" anchor="t">
            <a:normAutofit fontScale="77500" lnSpcReduction="19999"/>
          </a:bodyPr>
          <a:p>
            <a:pPr marL="457200" indent="-333360">
              <a:lnSpc>
                <a:spcPct val="150000"/>
              </a:lnSpc>
              <a:tabLst>
                <a:tab algn="l" pos="0"/>
              </a:tabLst>
            </a:pPr>
            <a:r>
              <a:rPr b="0" lang="en-US" sz="1600" strike="noStrike" u="none">
                <a:solidFill>
                  <a:schemeClr val="dk1"/>
                </a:solidFill>
                <a:effectLst/>
                <a:uFillTx/>
                <a:latin typeface="Karla"/>
                <a:ea typeface="Karla"/>
              </a:rPr>
              <a:t>Cardio Shield AI represents a major advancement in heart disease prevention by integrating </a:t>
            </a:r>
            <a:r>
              <a:rPr b="1" lang="en-US" sz="1600" strike="noStrike" u="none">
                <a:solidFill>
                  <a:schemeClr val="dk1"/>
                </a:solidFill>
                <a:effectLst/>
                <a:uFillTx/>
                <a:latin typeface="Karla"/>
                <a:ea typeface="Karla"/>
              </a:rPr>
              <a:t>AI-driven insights</a:t>
            </a:r>
            <a:r>
              <a:rPr b="0" lang="en-US" sz="1600" strike="noStrike" u="none">
                <a:solidFill>
                  <a:schemeClr val="dk1"/>
                </a:solidFill>
                <a:effectLst/>
                <a:uFillTx/>
                <a:latin typeface="Karla"/>
                <a:ea typeface="Karla"/>
              </a:rPr>
              <a:t> with accessible health data. Its ability to provide early, personalized risk evaluation supports improved patient outcomes and reduces healthcare burdens. Continued adoption and development of this technology can significantly transform cardiovascular healthcare.</a:t>
            </a:r>
            <a:endParaRPr b="0" lang="en-US" sz="1600" strike="noStrike" u="none">
              <a:solidFill>
                <a:srgbClr val="000000"/>
              </a:solidFill>
              <a:effectLst/>
              <a:uFillTx/>
              <a:latin typeface="OpenSymbol"/>
            </a:endParaRPr>
          </a:p>
        </p:txBody>
      </p:sp>
      <p:sp>
        <p:nvSpPr>
          <p:cNvPr id="388" name="PlaceHolder 2"/>
          <p:cNvSpPr>
            <a:spLocks noGrp="1"/>
          </p:cNvSpPr>
          <p:nvPr>
            <p:ph type="title"/>
          </p:nvPr>
        </p:nvSpPr>
        <p:spPr>
          <a:xfrm>
            <a:off x="714240" y="542880"/>
            <a:ext cx="771480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0" lang="en-US" sz="2800" strike="noStrike" u="none">
                <a:solidFill>
                  <a:schemeClr val="dk1"/>
                </a:solidFill>
                <a:effectLst/>
                <a:uFillTx/>
                <a:latin typeface="DM Serif Display"/>
                <a:ea typeface="DM Serif Display"/>
              </a:rPr>
              <a:t>Conclusions</a:t>
            </a:r>
            <a:endParaRPr b="0" lang="fr-FR" sz="2800" strike="noStrike" u="none">
              <a:solidFill>
                <a:schemeClr val="dk1"/>
              </a:solidFill>
              <a:effectLst/>
              <a:uFillTx/>
              <a:latin typeface="Arial"/>
            </a:endParaRPr>
          </a:p>
        </p:txBody>
      </p:sp>
      <p:sp>
        <p:nvSpPr>
          <p:cNvPr id="389" name="Google Shape;1215;p96"/>
          <p:cNvSpPr/>
          <p:nvPr/>
        </p:nvSpPr>
        <p:spPr>
          <a:xfrm flipH="1">
            <a:off x="5203080" y="1432440"/>
            <a:ext cx="2959200" cy="2959200"/>
          </a:xfrm>
          <a:prstGeom prst="ellipse">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title"/>
          </p:nvPr>
        </p:nvSpPr>
        <p:spPr>
          <a:xfrm>
            <a:off x="2733840" y="-234720"/>
            <a:ext cx="3676320" cy="1767960"/>
          </a:xfrm>
          <a:prstGeom prst="rect">
            <a:avLst/>
          </a:prstGeom>
          <a:noFill/>
          <a:ln w="0">
            <a:noFill/>
          </a:ln>
        </p:spPr>
        <p:txBody>
          <a:bodyPr lIns="91440" rIns="91440" tIns="91440" bIns="91440" anchor="b">
            <a:spAutoFit/>
          </a:bodyPr>
          <a:p>
            <a:pPr indent="0" algn="ctr">
              <a:lnSpc>
                <a:spcPct val="100000"/>
              </a:lnSpc>
              <a:buNone/>
              <a:tabLst>
                <a:tab algn="l" pos="0"/>
              </a:tabLst>
            </a:pPr>
            <a:r>
              <a:rPr b="0" lang="en" sz="5200" strike="noStrike" u="none">
                <a:solidFill>
                  <a:schemeClr val="dk1"/>
                </a:solidFill>
                <a:effectLst/>
                <a:uFillTx/>
                <a:latin typeface="DM Serif Display"/>
                <a:ea typeface="DM Serif Display"/>
              </a:rPr>
              <a:t>Thanks</a:t>
            </a:r>
            <a:endParaRPr b="0" lang="fr-FR" sz="5200" strike="noStrike" u="none">
              <a:solidFill>
                <a:schemeClr val="dk1"/>
              </a:solidFill>
              <a:effectLst/>
              <a:uFillTx/>
              <a:latin typeface="Arial"/>
            </a:endParaRPr>
          </a:p>
        </p:txBody>
      </p:sp>
      <p:sp>
        <p:nvSpPr>
          <p:cNvPr id="391" name="PlaceHolder 2"/>
          <p:cNvSpPr>
            <a:spLocks noGrp="1"/>
          </p:cNvSpPr>
          <p:nvPr>
            <p:ph type="subTitle"/>
          </p:nvPr>
        </p:nvSpPr>
        <p:spPr>
          <a:xfrm>
            <a:off x="2733840" y="1533600"/>
            <a:ext cx="3676320" cy="1162080"/>
          </a:xfrm>
          <a:prstGeom prst="rect">
            <a:avLst/>
          </a:prstGeom>
          <a:noFill/>
          <a:ln w="0">
            <a:noFill/>
          </a:ln>
        </p:spPr>
        <p:txBody>
          <a:bodyPr lIns="91440" rIns="91440" tIns="91440" bIns="91440" anchor="t">
            <a:spAutoFit/>
          </a:bodyPr>
          <a:p>
            <a:pPr indent="0" algn="ctr">
              <a:lnSpc>
                <a:spcPct val="100000"/>
              </a:lnSpc>
              <a:buNone/>
              <a:tabLst>
                <a:tab algn="l" pos="0"/>
              </a:tabLst>
            </a:pPr>
            <a:r>
              <a:rPr b="0" lang="en" sz="1600" strike="noStrike" u="none">
                <a:solidFill>
                  <a:schemeClr val="dk1"/>
                </a:solidFill>
                <a:effectLst/>
                <a:uFillTx/>
                <a:latin typeface="Karla"/>
                <a:ea typeface="Karla"/>
              </a:rPr>
              <a:t>Does anyone have any questions?</a:t>
            </a:r>
            <a:endParaRPr b="0" lang="en-US" sz="1600" strike="noStrike" u="none">
              <a:solidFill>
                <a:srgbClr val="000000"/>
              </a:solidFill>
              <a:effectLst/>
              <a:uFillTx/>
              <a:latin typeface="OpenSymbol"/>
            </a:endParaRPr>
          </a:p>
          <a:p>
            <a:pPr indent="0" algn="ctr">
              <a:lnSpc>
                <a:spcPct val="100000"/>
              </a:lnSpc>
              <a:buNone/>
              <a:tabLst>
                <a:tab algn="l" pos="0"/>
              </a:tabLst>
            </a:pPr>
            <a:r>
              <a:rPr b="0" lang="en" sz="1600" strike="noStrike" u="none">
                <a:solidFill>
                  <a:schemeClr val="dk1"/>
                </a:solidFill>
                <a:effectLst/>
                <a:uFillTx/>
                <a:latin typeface="Karla"/>
                <a:ea typeface="Karla"/>
              </a:rPr>
              <a:t>addyouremail@freepik.com</a:t>
            </a:r>
            <a:endParaRPr b="0" lang="en-US" sz="1600" strike="noStrike" u="none">
              <a:solidFill>
                <a:srgbClr val="000000"/>
              </a:solidFill>
              <a:effectLst/>
              <a:uFillTx/>
              <a:latin typeface="OpenSymbol"/>
            </a:endParaRPr>
          </a:p>
          <a:p>
            <a:pPr indent="0" algn="ctr">
              <a:lnSpc>
                <a:spcPct val="100000"/>
              </a:lnSpc>
              <a:buNone/>
              <a:tabLst>
                <a:tab algn="l" pos="0"/>
              </a:tabLst>
            </a:pPr>
            <a:r>
              <a:rPr b="0" lang="en" sz="1600" strike="noStrike" u="none">
                <a:solidFill>
                  <a:schemeClr val="dk1"/>
                </a:solidFill>
                <a:effectLst/>
                <a:uFillTx/>
                <a:latin typeface="Karla"/>
                <a:ea typeface="Karla"/>
              </a:rPr>
              <a:t>+91 620 421 838</a:t>
            </a:r>
            <a:endParaRPr b="0" lang="en-US" sz="1600" strike="noStrike" u="none">
              <a:solidFill>
                <a:srgbClr val="000000"/>
              </a:solidFill>
              <a:effectLst/>
              <a:uFillTx/>
              <a:latin typeface="OpenSymbol"/>
            </a:endParaRPr>
          </a:p>
          <a:p>
            <a:pPr indent="0" algn="ctr">
              <a:lnSpc>
                <a:spcPct val="100000"/>
              </a:lnSpc>
              <a:buNone/>
              <a:tabLst>
                <a:tab algn="l" pos="0"/>
              </a:tabLst>
            </a:pPr>
            <a:r>
              <a:rPr b="0" lang="en" sz="1600" strike="noStrike" u="none">
                <a:solidFill>
                  <a:schemeClr val="dk1"/>
                </a:solidFill>
                <a:effectLst/>
                <a:uFillTx/>
                <a:latin typeface="Karla"/>
                <a:ea typeface="Karla"/>
              </a:rPr>
              <a:t>yourwebsite.com</a:t>
            </a:r>
            <a:endParaRPr b="0" lang="en-US" sz="1600" strike="noStrike" u="none">
              <a:solidFill>
                <a:srgbClr val="000000"/>
              </a:solidFill>
              <a:effectLst/>
              <a:uFillTx/>
              <a:latin typeface="OpenSymbol"/>
            </a:endParaRPr>
          </a:p>
        </p:txBody>
      </p:sp>
      <p:sp>
        <p:nvSpPr>
          <p:cNvPr id="392" name="Google Shape;1469;p114"/>
          <p:cNvSpPr/>
          <p:nvPr/>
        </p:nvSpPr>
        <p:spPr>
          <a:xfrm>
            <a:off x="2733840" y="4057560"/>
            <a:ext cx="3676320" cy="256680"/>
          </a:xfrm>
          <a:prstGeom prst="rect">
            <a:avLst/>
          </a:prstGeom>
          <a:noFill/>
          <a:ln w="0">
            <a:noFill/>
          </a:ln>
        </p:spPr>
        <p:style>
          <a:lnRef idx="0"/>
          <a:fillRef idx="0"/>
          <a:effectRef idx="0"/>
          <a:fontRef idx="minor"/>
        </p:style>
        <p:txBody>
          <a:bodyPr lIns="870823080" rIns="870823080" tIns="-3218040" bIns="-3218040" anchor="t">
            <a:spAutoFit/>
          </a:bodyPr>
          <a:p>
            <a:pPr algn="ctr" defTabSz="914400">
              <a:lnSpc>
                <a:spcPct val="100000"/>
              </a:lnSpc>
              <a:tabLst>
                <a:tab algn="l" pos="0"/>
              </a:tabLst>
            </a:pPr>
            <a:r>
              <a:rPr b="0" lang="en" sz="1200" strike="noStrike" u="none">
                <a:solidFill>
                  <a:schemeClr val="dk1"/>
                </a:solidFill>
                <a:effectLst/>
                <a:uFillTx/>
                <a:latin typeface="Arial"/>
              </a:rPr>
              <a:t>Please keep this slide for attribution</a:t>
            </a:r>
            <a:endParaRPr b="0" lang="en-US" sz="1200" strike="noStrike" u="none">
              <a:solidFill>
                <a:srgbClr val="000000"/>
              </a:solidFill>
              <a:effectLst/>
              <a:uFillTx/>
              <a:latin typeface="OpenSymbol"/>
            </a:endParaRPr>
          </a:p>
        </p:txBody>
      </p:sp>
      <p:sp>
        <p:nvSpPr>
          <p:cNvPr id="393" name="Google Shape;1470;p114"/>
          <p:cNvSpPr/>
          <p:nvPr/>
        </p:nvSpPr>
        <p:spPr>
          <a:xfrm>
            <a:off x="3949560" y="2830320"/>
            <a:ext cx="345240" cy="345600"/>
          </a:xfrm>
          <a:custGeom>
            <a:avLst/>
            <a:gdLst>
              <a:gd name="textAreaLeft" fmla="*/ 0 w 345240"/>
              <a:gd name="textAreaRight" fmla="*/ 345600 w 345240"/>
              <a:gd name="textAreaTop" fmla="*/ 0 h 345600"/>
              <a:gd name="textAreaBottom" fmla="*/ 345960 h 345600"/>
            </a:gdLst>
            <a:ahLst/>
            <a:cxn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394" name="Google Shape;1471;p114"/>
          <p:cNvGrpSpPr/>
          <p:nvPr/>
        </p:nvGrpSpPr>
        <p:grpSpPr>
          <a:xfrm>
            <a:off x="4399200" y="2830320"/>
            <a:ext cx="345600" cy="345240"/>
            <a:chOff x="4399200" y="2830320"/>
            <a:chExt cx="345600" cy="345240"/>
          </a:xfrm>
        </p:grpSpPr>
        <p:sp>
          <p:nvSpPr>
            <p:cNvPr id="395" name="Google Shape;1472;p114"/>
            <p:cNvSpPr/>
            <p:nvPr/>
          </p:nvSpPr>
          <p:spPr>
            <a:xfrm>
              <a:off x="4399200" y="283032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6" name="Google Shape;1473;p114"/>
            <p:cNvSpPr/>
            <p:nvPr/>
          </p:nvSpPr>
          <p:spPr>
            <a:xfrm>
              <a:off x="4464000" y="2895480"/>
              <a:ext cx="214920" cy="214920"/>
            </a:xfrm>
            <a:custGeom>
              <a:avLst/>
              <a:gdLst>
                <a:gd name="textAreaLeft" fmla="*/ 0 w 214920"/>
                <a:gd name="textAreaRight" fmla="*/ 215280 w 214920"/>
                <a:gd name="textAreaTop" fmla="*/ 0 h 214920"/>
                <a:gd name="textAreaBottom" fmla="*/ 215280 h 21492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7" name="Google Shape;1474;p114"/>
            <p:cNvSpPr/>
            <p:nvPr/>
          </p:nvSpPr>
          <p:spPr>
            <a:xfrm>
              <a:off x="4514040" y="2946600"/>
              <a:ext cx="114480" cy="112320"/>
            </a:xfrm>
            <a:custGeom>
              <a:avLst/>
              <a:gdLst>
                <a:gd name="textAreaLeft" fmla="*/ 0 w 114480"/>
                <a:gd name="textAreaRight" fmla="*/ 114840 w 114480"/>
                <a:gd name="textAreaTop" fmla="*/ 0 h 112320"/>
                <a:gd name="textAreaBottom" fmla="*/ 112680 h 11232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8" name="Google Shape;1475;p114"/>
            <p:cNvSpPr/>
            <p:nvPr/>
          </p:nvSpPr>
          <p:spPr>
            <a:xfrm>
              <a:off x="4615200" y="2923200"/>
              <a:ext cx="29160" cy="28800"/>
            </a:xfrm>
            <a:custGeom>
              <a:avLst/>
              <a:gdLst>
                <a:gd name="textAreaLeft" fmla="*/ 0 w 29160"/>
                <a:gd name="textAreaRight" fmla="*/ 29520 w 29160"/>
                <a:gd name="textAreaTop" fmla="*/ 0 h 28800"/>
                <a:gd name="textAreaBottom" fmla="*/ 29160 h 2880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399" name="Google Shape;1476;p114"/>
          <p:cNvGrpSpPr/>
          <p:nvPr/>
        </p:nvGrpSpPr>
        <p:grpSpPr>
          <a:xfrm>
            <a:off x="4848120" y="2830320"/>
            <a:ext cx="345600" cy="345240"/>
            <a:chOff x="4848120" y="2830320"/>
            <a:chExt cx="345600" cy="345240"/>
          </a:xfrm>
        </p:grpSpPr>
        <p:sp>
          <p:nvSpPr>
            <p:cNvPr id="400" name="Google Shape;1477;p114"/>
            <p:cNvSpPr/>
            <p:nvPr/>
          </p:nvSpPr>
          <p:spPr>
            <a:xfrm>
              <a:off x="4848120" y="283032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1" name="Google Shape;1478;p114"/>
            <p:cNvSpPr/>
            <p:nvPr/>
          </p:nvSpPr>
          <p:spPr>
            <a:xfrm>
              <a:off x="4927680" y="2968560"/>
              <a:ext cx="47520" cy="120240"/>
            </a:xfrm>
            <a:custGeom>
              <a:avLst/>
              <a:gdLst>
                <a:gd name="textAreaLeft" fmla="*/ 0 w 47520"/>
                <a:gd name="textAreaRight" fmla="*/ 47880 w 47520"/>
                <a:gd name="textAreaTop" fmla="*/ 0 h 120240"/>
                <a:gd name="textAreaBottom" fmla="*/ 120600 h 12024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2" name="Google Shape;1479;p114"/>
            <p:cNvSpPr/>
            <p:nvPr/>
          </p:nvSpPr>
          <p:spPr>
            <a:xfrm>
              <a:off x="4920480" y="2903040"/>
              <a:ext cx="54720" cy="54720"/>
            </a:xfrm>
            <a:custGeom>
              <a:avLst/>
              <a:gdLst>
                <a:gd name="textAreaLeft" fmla="*/ 0 w 54720"/>
                <a:gd name="textAreaRight" fmla="*/ 55080 w 54720"/>
                <a:gd name="textAreaTop" fmla="*/ 0 h 54720"/>
                <a:gd name="textAreaBottom" fmla="*/ 55080 h 5472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3" name="Google Shape;1480;p114"/>
            <p:cNvSpPr/>
            <p:nvPr/>
          </p:nvSpPr>
          <p:spPr>
            <a:xfrm>
              <a:off x="5000400" y="2968560"/>
              <a:ext cx="127800" cy="120240"/>
            </a:xfrm>
            <a:custGeom>
              <a:avLst/>
              <a:gdLst>
                <a:gd name="textAreaLeft" fmla="*/ 0 w 127800"/>
                <a:gd name="textAreaRight" fmla="*/ 128160 w 127800"/>
                <a:gd name="textAreaTop" fmla="*/ 0 h 120240"/>
                <a:gd name="textAreaBottom" fmla="*/ 120600 h 12024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inimalist Hepatitis Clinical Case by Slidesgo">
  <a:themeElements>
    <a:clrScheme name="Simple Light">
      <a:dk1>
        <a:srgbClr val="000000"/>
      </a:dk1>
      <a:lt1>
        <a:srgbClr val="ffffff"/>
      </a:lt1>
      <a:dk2>
        <a:srgbClr val="06688e"/>
      </a:dk2>
      <a:lt2>
        <a:srgbClr val="ffffff"/>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2026-02-24T18:35:39Z</dcterms:created>
  <dc:creator>Unknown Creator</dc:creator>
  <dc:description/>
  <dc:language>en-US</dc:language>
  <cp:lastModifiedBy>Unknown Creator</cp:lastModifiedBy>
  <dcterms:modified xsi:type="dcterms:W3CDTF">2026-02-24T18:35:39Z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